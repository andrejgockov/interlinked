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4"/>
  </p:sldMasterIdLst>
  <p:notesMasterIdLst>
    <p:notesMasterId r:id="rId10"/>
  </p:notesMasterIdLst>
  <p:handoutMasterIdLst>
    <p:handoutMasterId r:id="rId11"/>
  </p:handoutMasterIdLst>
  <p:sldIdLst>
    <p:sldId id="264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39A418-C943-DD85-ADF2-615A2809C342}" name="Michaele Watts" initials="mlw" userId="Michaele Watts" providerId="None"/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E5FF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A64607-8516-AEC4-8282-1914FC9729E1}" v="323" dt="2026-04-19T10:41:14.319"/>
    <p1510:client id="{117D5C56-2423-ABAD-9F6F-7CE5ABE8E793}" v="358" dt="2026-04-19T09:29:26.976"/>
    <p1510:client id="{5998DBAB-02AE-091E-3243-5B86A24E3862}" v="83" dt="2026-04-19T11:00:17.854"/>
    <p1510:client id="{5CE3963A-BE87-8B5F-6EF7-67C6B2FDEA73}" v="5" dt="2026-04-19T09:54:49.349"/>
    <p1510:client id="{B256ACFE-B702-817A-BA65-D98A57864467}" v="77" dt="2026-04-19T08:56:36.901"/>
    <p1510:client id="{D48FE268-3D45-1BE4-A1EC-93D84FA4295A}" v="67" dt="2026-04-19T09:05:44.435"/>
    <p1510:client id="{E00CD9D0-E03B-AAD6-9373-DC7D3764B7ED}" v="251" dt="2026-04-19T09:53:02.668"/>
    <p1510:client id="{FDDDDEDC-78DD-80F5-B02E-9CF5C45C2869}" v="24" dt="2026-04-19T11:30:11.304"/>
  </p1510:revLst>
</p1510:revInfo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1FE66C-8E5B-4549-8FB6-340B6C6E20C9}" type="doc">
      <dgm:prSet loTypeId="urn:microsoft.com/office/officeart/2005/8/layout/hProcess9" loCatId="process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A9880E13-A10E-46A5-B50C-367B1B9E39D5}">
      <dgm:prSet custT="1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4000" b="0" i="0" dirty="0" err="1">
              <a:solidFill>
                <a:srgbClr val="FFFFFF"/>
              </a:solidFill>
              <a:ea typeface="+mn-ea"/>
              <a:cs typeface="+mn-cs"/>
            </a:rPr>
            <a:t>Фирми</a:t>
          </a:r>
          <a:r>
            <a:rPr lang="en-US" sz="4000" b="0" i="0" dirty="0">
              <a:solidFill>
                <a:srgbClr val="FFFFFF"/>
              </a:solidFill>
              <a:ea typeface="+mn-ea"/>
              <a:cs typeface="+mn-cs"/>
            </a:rPr>
            <a:t> </a:t>
          </a:r>
          <a:r>
            <a:rPr lang="en-US" sz="4000" b="0" i="0" dirty="0" err="1">
              <a:solidFill>
                <a:srgbClr val="FFFFFF"/>
              </a:solidFill>
              <a:latin typeface="Bahnschrift Light"/>
              <a:ea typeface="+mn-ea"/>
              <a:cs typeface="+mn-cs"/>
            </a:rPr>
            <a:t>објавуваат</a:t>
          </a:r>
          <a:endParaRPr lang="en-US" sz="4000" b="0" i="0" dirty="0">
            <a:solidFill>
              <a:srgbClr val="FFFFFF"/>
            </a:solidFill>
            <a:latin typeface="Bahnschrift Light"/>
            <a:ea typeface="+mn-ea"/>
            <a:cs typeface="+mn-cs"/>
          </a:endParaRPr>
        </a:p>
      </dgm:t>
    </dgm:pt>
    <dgm:pt modelId="{BAE9A97D-5BE1-4A32-9DFE-8B8FC508900B}" type="parTrans" cxnId="{7F429035-6A29-43B1-91C4-8CAF15F05F2D}">
      <dgm:prSet/>
      <dgm:spPr/>
      <dgm:t>
        <a:bodyPr/>
        <a:lstStyle/>
        <a:p>
          <a:endParaRPr lang="en-US"/>
        </a:p>
      </dgm:t>
    </dgm:pt>
    <dgm:pt modelId="{68B8FB38-987C-4159-8732-6AAB3F0C096E}" type="sibTrans" cxnId="{7F429035-6A29-43B1-91C4-8CAF15F05F2D}">
      <dgm:prSet/>
      <dgm:spPr/>
      <dgm:t>
        <a:bodyPr/>
        <a:lstStyle/>
        <a:p>
          <a:endParaRPr lang="en-US"/>
        </a:p>
      </dgm:t>
    </dgm:pt>
    <dgm:pt modelId="{0458B917-34C0-4B62-B625-959DAF22BAF8}">
      <dgm:prSet phldr="0" custT="0"/>
      <dgm:spPr/>
      <dgm:t>
        <a:bodyPr/>
        <a:lstStyle/>
        <a:p>
          <a:r>
            <a:rPr lang="en-US" sz="3200" b="0" i="0" dirty="0" err="1">
              <a:latin typeface="Bahnschrift Light"/>
              <a:ea typeface="+mn-ea"/>
              <a:cs typeface="+mn-cs"/>
            </a:rPr>
            <a:t>Аплицираш</a:t>
          </a:r>
          <a:endParaRPr lang="en-US" sz="3200" dirty="0" err="1"/>
        </a:p>
      </dgm:t>
    </dgm:pt>
    <dgm:pt modelId="{9098B270-30F4-44D4-BB51-B7FB4FC09FE0}" type="parTrans" cxnId="{DE9F6648-4EE5-4B95-84AF-1C6E7F6ED557}">
      <dgm:prSet/>
      <dgm:spPr/>
    </dgm:pt>
    <dgm:pt modelId="{2E621B3C-335C-4EAD-B9BD-32730DBD5ACC}" type="sibTrans" cxnId="{DE9F6648-4EE5-4B95-84AF-1C6E7F6ED557}">
      <dgm:prSet/>
      <dgm:spPr/>
    </dgm:pt>
    <dgm:pt modelId="{98A2BCCC-B9B7-43E9-9DDD-E781F59195DE}" type="pres">
      <dgm:prSet presAssocID="{F41FE66C-8E5B-4549-8FB6-340B6C6E20C9}" presName="CompostProcess" presStyleCnt="0">
        <dgm:presLayoutVars>
          <dgm:dir/>
          <dgm:resizeHandles val="exact"/>
        </dgm:presLayoutVars>
      </dgm:prSet>
      <dgm:spPr/>
    </dgm:pt>
    <dgm:pt modelId="{7BF49D19-F99B-480E-A565-8C74684B8B09}" type="pres">
      <dgm:prSet presAssocID="{F41FE66C-8E5B-4549-8FB6-340B6C6E20C9}" presName="arrow" presStyleLbl="bgShp" presStyleIdx="0" presStyleCnt="1"/>
      <dgm:spPr/>
    </dgm:pt>
    <dgm:pt modelId="{62736F5D-3F89-4513-8A15-5CCA80797620}" type="pres">
      <dgm:prSet presAssocID="{F41FE66C-8E5B-4549-8FB6-340B6C6E20C9}" presName="linearProcess" presStyleCnt="0"/>
      <dgm:spPr/>
    </dgm:pt>
    <dgm:pt modelId="{CAF7FCA1-4EA8-4997-B9C1-50CEB137F1A1}" type="pres">
      <dgm:prSet presAssocID="{A9880E13-A10E-46A5-B50C-367B1B9E39D5}" presName="textNode" presStyleLbl="node1" presStyleIdx="0" presStyleCnt="2">
        <dgm:presLayoutVars>
          <dgm:bulletEnabled val="1"/>
        </dgm:presLayoutVars>
      </dgm:prSet>
      <dgm:spPr/>
    </dgm:pt>
    <dgm:pt modelId="{85BBFE58-BEFA-4DAE-BC03-52BB353A573C}" type="pres">
      <dgm:prSet presAssocID="{68B8FB38-987C-4159-8732-6AAB3F0C096E}" presName="sibTrans" presStyleCnt="0"/>
      <dgm:spPr/>
    </dgm:pt>
    <dgm:pt modelId="{3233B198-067B-4939-8CD0-BC3225696886}" type="pres">
      <dgm:prSet presAssocID="{0458B917-34C0-4B62-B625-959DAF22BAF8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17B74F02-7D1E-4900-9595-13A73812247B}" type="presOf" srcId="{A9880E13-A10E-46A5-B50C-367B1B9E39D5}" destId="{CAF7FCA1-4EA8-4997-B9C1-50CEB137F1A1}" srcOrd="0" destOrd="0" presId="urn:microsoft.com/office/officeart/2005/8/layout/hProcess9"/>
    <dgm:cxn modelId="{7F429035-6A29-43B1-91C4-8CAF15F05F2D}" srcId="{F41FE66C-8E5B-4549-8FB6-340B6C6E20C9}" destId="{A9880E13-A10E-46A5-B50C-367B1B9E39D5}" srcOrd="0" destOrd="0" parTransId="{BAE9A97D-5BE1-4A32-9DFE-8B8FC508900B}" sibTransId="{68B8FB38-987C-4159-8732-6AAB3F0C096E}"/>
    <dgm:cxn modelId="{B5B0E05C-0229-40B1-A1B2-BCF5FC9B8E3E}" type="presOf" srcId="{0458B917-34C0-4B62-B625-959DAF22BAF8}" destId="{3233B198-067B-4939-8CD0-BC3225696886}" srcOrd="0" destOrd="0" presId="urn:microsoft.com/office/officeart/2005/8/layout/hProcess9"/>
    <dgm:cxn modelId="{DE9F6648-4EE5-4B95-84AF-1C6E7F6ED557}" srcId="{F41FE66C-8E5B-4549-8FB6-340B6C6E20C9}" destId="{0458B917-34C0-4B62-B625-959DAF22BAF8}" srcOrd="1" destOrd="0" parTransId="{9098B270-30F4-44D4-BB51-B7FB4FC09FE0}" sibTransId="{2E621B3C-335C-4EAD-B9BD-32730DBD5ACC}"/>
    <dgm:cxn modelId="{F372C079-3340-4EDE-9ED0-D5FF5845CBA4}" type="presOf" srcId="{F41FE66C-8E5B-4549-8FB6-340B6C6E20C9}" destId="{98A2BCCC-B9B7-43E9-9DDD-E781F59195DE}" srcOrd="0" destOrd="0" presId="urn:microsoft.com/office/officeart/2005/8/layout/hProcess9"/>
    <dgm:cxn modelId="{8FE1A49A-8D67-4014-8803-4BCE600B655D}" type="presParOf" srcId="{98A2BCCC-B9B7-43E9-9DDD-E781F59195DE}" destId="{7BF49D19-F99B-480E-A565-8C74684B8B09}" srcOrd="0" destOrd="0" presId="urn:microsoft.com/office/officeart/2005/8/layout/hProcess9"/>
    <dgm:cxn modelId="{636FBB00-F461-4E55-AF40-6A35977E98B9}" type="presParOf" srcId="{98A2BCCC-B9B7-43E9-9DDD-E781F59195DE}" destId="{62736F5D-3F89-4513-8A15-5CCA80797620}" srcOrd="1" destOrd="0" presId="urn:microsoft.com/office/officeart/2005/8/layout/hProcess9"/>
    <dgm:cxn modelId="{EEF16688-AFD2-407D-BB6B-246063E02EA4}" type="presParOf" srcId="{62736F5D-3F89-4513-8A15-5CCA80797620}" destId="{CAF7FCA1-4EA8-4997-B9C1-50CEB137F1A1}" srcOrd="0" destOrd="0" presId="urn:microsoft.com/office/officeart/2005/8/layout/hProcess9"/>
    <dgm:cxn modelId="{6E17A9FF-FE83-4064-B152-6959D1469B88}" type="presParOf" srcId="{62736F5D-3F89-4513-8A15-5CCA80797620}" destId="{85BBFE58-BEFA-4DAE-BC03-52BB353A573C}" srcOrd="1" destOrd="0" presId="urn:microsoft.com/office/officeart/2005/8/layout/hProcess9"/>
    <dgm:cxn modelId="{1135EB25-DB92-4378-86E8-9C206AA76B88}" type="presParOf" srcId="{62736F5D-3F89-4513-8A15-5CCA80797620}" destId="{3233B198-067B-4939-8CD0-BC3225696886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B59354-0DC4-4A2D-BF88-24C25DC200AD}" type="doc">
      <dgm:prSet loTypeId="urn:microsoft.com/office/officeart/2005/8/layout/vProcess5" loCatId="process" qsTypeId="urn:microsoft.com/office/officeart/2005/8/quickstyle/simple1" qsCatId="simple" csTypeId="urn:microsoft.com/office/officeart/2005/8/colors/accent2_3" csCatId="accent2"/>
      <dgm:spPr/>
      <dgm:t>
        <a:bodyPr/>
        <a:lstStyle/>
        <a:p>
          <a:endParaRPr lang="en-US"/>
        </a:p>
      </dgm:t>
    </dgm:pt>
    <dgm:pt modelId="{8A59FCFE-1643-49D8-B5A1-C810DE54DC4B}">
      <dgm:prSet custT="0"/>
      <dgm:spPr/>
      <dgm:t>
        <a:bodyPr/>
        <a:lstStyle/>
        <a:p>
          <a:r>
            <a:rPr lang="en-US" sz="1800" b="0" i="0" dirty="0" err="1">
              <a:solidFill>
                <a:srgbClr val="FFFFFF"/>
              </a:solidFill>
            </a:rPr>
            <a:t>Помало</a:t>
          </a:r>
          <a:r>
            <a:rPr lang="en-US" sz="1800" b="0" i="0" dirty="0">
              <a:solidFill>
                <a:srgbClr val="FFFFFF"/>
              </a:solidFill>
            </a:rPr>
            <a:t> </a:t>
          </a:r>
          <a:r>
            <a:rPr lang="en-US" sz="1800" b="0" i="0" dirty="0" err="1">
              <a:solidFill>
                <a:srgbClr val="FFFFFF"/>
              </a:solidFill>
            </a:rPr>
            <a:t>ниво</a:t>
          </a:r>
          <a:r>
            <a:rPr lang="en-US" sz="1800" b="0" i="0" dirty="0">
              <a:solidFill>
                <a:srgbClr val="FFFFFF"/>
              </a:solidFill>
            </a:rPr>
            <a:t>, </a:t>
          </a:r>
          <a:r>
            <a:rPr lang="en-US" sz="1800" b="0" i="0" dirty="0" err="1">
              <a:solidFill>
                <a:srgbClr val="FFFFFF"/>
              </a:solidFill>
            </a:rPr>
            <a:t>помала</a:t>
          </a:r>
          <a:r>
            <a:rPr lang="en-US" sz="1800" b="0" i="0" dirty="0">
              <a:solidFill>
                <a:srgbClr val="FFFFFF"/>
              </a:solidFill>
            </a:rPr>
            <a:t> </a:t>
          </a:r>
          <a:r>
            <a:rPr lang="en-US" sz="1800" b="0" i="0" dirty="0" err="1">
              <a:solidFill>
                <a:srgbClr val="FFFFFF"/>
              </a:solidFill>
            </a:rPr>
            <a:t>конкуренција</a:t>
          </a:r>
          <a:r>
            <a:rPr lang="en-US" sz="1800" b="0" i="0" dirty="0">
              <a:solidFill>
                <a:srgbClr val="FFFFFF"/>
              </a:solidFill>
            </a:rPr>
            <a:t> </a:t>
          </a:r>
          <a:endParaRPr lang="en-US" sz="1800" dirty="0">
            <a:solidFill>
              <a:srgbClr val="FFFFFF"/>
            </a:solidFill>
          </a:endParaRPr>
        </a:p>
      </dgm:t>
    </dgm:pt>
    <dgm:pt modelId="{F626B663-B8D1-413D-8DEB-B828ED242CB4}" type="parTrans" cxnId="{F6A3EB18-AA0E-4208-B139-6872C0A1AEAB}">
      <dgm:prSet/>
      <dgm:spPr/>
      <dgm:t>
        <a:bodyPr/>
        <a:lstStyle/>
        <a:p>
          <a:endParaRPr lang="en-US"/>
        </a:p>
      </dgm:t>
    </dgm:pt>
    <dgm:pt modelId="{33DA7F25-F70D-466B-AF30-211086959005}" type="sibTrans" cxnId="{F6A3EB18-AA0E-4208-B139-6872C0A1AEAB}">
      <dgm:prSet/>
      <dgm:spPr/>
      <dgm:t>
        <a:bodyPr/>
        <a:lstStyle/>
        <a:p>
          <a:endParaRPr lang="en-US"/>
        </a:p>
      </dgm:t>
    </dgm:pt>
    <dgm:pt modelId="{B6BF4F70-C510-4A26-9A18-E8E061DACC22}">
      <dgm:prSet/>
      <dgm:spPr/>
      <dgm:t>
        <a:bodyPr/>
        <a:lstStyle/>
        <a:p>
          <a:r>
            <a:rPr lang="en-US" sz="1800" b="0" i="0" dirty="0" err="1">
              <a:solidFill>
                <a:srgbClr val="FFFFFF"/>
              </a:solidFill>
            </a:rPr>
            <a:t>Не</a:t>
          </a:r>
          <a:r>
            <a:rPr lang="en-US" sz="1800" b="0" i="0" dirty="0">
              <a:solidFill>
                <a:srgbClr val="FFFFFF"/>
              </a:solidFill>
            </a:rPr>
            <a:t> </a:t>
          </a:r>
          <a:r>
            <a:rPr lang="en-US" sz="1800" b="0" i="0" dirty="0" err="1">
              <a:solidFill>
                <a:srgbClr val="FFFFFF"/>
              </a:solidFill>
            </a:rPr>
            <a:t>чекаме</a:t>
          </a:r>
          <a:r>
            <a:rPr lang="en-US" sz="1800" b="0" i="0" dirty="0">
              <a:solidFill>
                <a:srgbClr val="FFFFFF"/>
              </a:solidFill>
            </a:rPr>
            <a:t> </a:t>
          </a:r>
          <a:r>
            <a:rPr lang="en-US" sz="1800" b="0" i="0" dirty="0" err="1">
              <a:solidFill>
                <a:srgbClr val="FFFFFF"/>
              </a:solidFill>
            </a:rPr>
            <a:t>компании</a:t>
          </a:r>
          <a:r>
            <a:rPr lang="en-US" sz="1800" b="0" i="0" dirty="0">
              <a:solidFill>
                <a:srgbClr val="FFFFFF"/>
              </a:solidFill>
            </a:rPr>
            <a:t> </a:t>
          </a:r>
          <a:r>
            <a:rPr lang="en-US" sz="1800" b="0" i="0" dirty="0" err="1">
              <a:solidFill>
                <a:srgbClr val="FFFFFF"/>
              </a:solidFill>
            </a:rPr>
            <a:t>да</a:t>
          </a:r>
          <a:r>
            <a:rPr lang="en-US" sz="1800" b="0" i="0" dirty="0">
              <a:solidFill>
                <a:srgbClr val="FFFFFF"/>
              </a:solidFill>
            </a:rPr>
            <a:t> </a:t>
          </a:r>
          <a:r>
            <a:rPr lang="en-US" sz="1800" b="0" i="0" dirty="0" err="1">
              <a:solidFill>
                <a:srgbClr val="FFFFFF"/>
              </a:solidFill>
            </a:rPr>
            <a:t>постираат</a:t>
          </a:r>
          <a:endParaRPr lang="en-US" sz="1800" dirty="0">
            <a:solidFill>
              <a:srgbClr val="FFFFFF"/>
            </a:solidFill>
          </a:endParaRPr>
        </a:p>
      </dgm:t>
    </dgm:pt>
    <dgm:pt modelId="{78922A31-F3D0-41FF-8B72-FB75F43DE6EF}" type="parTrans" cxnId="{688806F8-B6EB-48B7-AE12-611A87E3FF9A}">
      <dgm:prSet/>
      <dgm:spPr/>
      <dgm:t>
        <a:bodyPr/>
        <a:lstStyle/>
        <a:p>
          <a:endParaRPr lang="en-US"/>
        </a:p>
      </dgm:t>
    </dgm:pt>
    <dgm:pt modelId="{5F07D586-BDA3-4755-81B9-F92B271E3D7C}" type="sibTrans" cxnId="{688806F8-B6EB-48B7-AE12-611A87E3FF9A}">
      <dgm:prSet/>
      <dgm:spPr/>
      <dgm:t>
        <a:bodyPr/>
        <a:lstStyle/>
        <a:p>
          <a:endParaRPr lang="en-US"/>
        </a:p>
      </dgm:t>
    </dgm:pt>
    <dgm:pt modelId="{E4797AE6-878E-4035-99EC-A9080991CCBB}">
      <dgm:prSet/>
      <dgm:spPr/>
      <dgm:t>
        <a:bodyPr/>
        <a:lstStyle/>
        <a:p>
          <a:r>
            <a:rPr lang="en-US" sz="1800" b="0" i="0" dirty="0" err="1">
              <a:solidFill>
                <a:srgbClr val="FFFFFF"/>
              </a:solidFill>
            </a:rPr>
            <a:t>Лесно</a:t>
          </a:r>
          <a:r>
            <a:rPr lang="en-US" sz="1800" b="0" i="0" dirty="0">
              <a:solidFill>
                <a:srgbClr val="FFFFFF"/>
              </a:solidFill>
            </a:rPr>
            <a:t> </a:t>
          </a:r>
          <a:r>
            <a:rPr lang="en-US" sz="1800" b="0" i="0" dirty="0" err="1">
              <a:solidFill>
                <a:srgbClr val="FFFFFF"/>
              </a:solidFill>
            </a:rPr>
            <a:t>за</a:t>
          </a:r>
          <a:r>
            <a:rPr lang="en-US" sz="1800" b="0" i="0" dirty="0">
              <a:solidFill>
                <a:srgbClr val="FFFFFF"/>
              </a:solidFill>
            </a:rPr>
            <a:t> </a:t>
          </a:r>
          <a:r>
            <a:rPr lang="en-US" sz="1800" b="0" i="0" dirty="0" err="1">
              <a:solidFill>
                <a:srgbClr val="FFFFFF"/>
              </a:solidFill>
            </a:rPr>
            <a:t>користење</a:t>
          </a:r>
          <a:endParaRPr lang="en-US" sz="1800" dirty="0">
            <a:solidFill>
              <a:srgbClr val="FFFFFF"/>
            </a:solidFill>
          </a:endParaRPr>
        </a:p>
      </dgm:t>
    </dgm:pt>
    <dgm:pt modelId="{1CB53AA2-5AF3-4989-B4B4-91CB1DA10DCB}" type="parTrans" cxnId="{3638F7A3-4DCC-4C8E-891F-E3678FC3A767}">
      <dgm:prSet/>
      <dgm:spPr/>
      <dgm:t>
        <a:bodyPr/>
        <a:lstStyle/>
        <a:p>
          <a:endParaRPr lang="en-US"/>
        </a:p>
      </dgm:t>
    </dgm:pt>
    <dgm:pt modelId="{ED3533AF-D89B-4AC4-BB9C-481027199B12}" type="sibTrans" cxnId="{3638F7A3-4DCC-4C8E-891F-E3678FC3A767}">
      <dgm:prSet/>
      <dgm:spPr/>
      <dgm:t>
        <a:bodyPr/>
        <a:lstStyle/>
        <a:p>
          <a:endParaRPr lang="en-US"/>
        </a:p>
      </dgm:t>
    </dgm:pt>
    <dgm:pt modelId="{3741ADEE-C374-4D1B-B30F-2DA515462707}">
      <dgm:prSet/>
      <dgm:spPr/>
      <dgm:t>
        <a:bodyPr/>
        <a:lstStyle/>
        <a:p>
          <a:pPr rtl="0"/>
          <a:r>
            <a:rPr lang="en-US" sz="1800" b="0" i="0" dirty="0" err="1">
              <a:solidFill>
                <a:srgbClr val="FFFFFF"/>
              </a:solidFill>
            </a:rPr>
            <a:t>Привлечно</a:t>
          </a:r>
          <a:r>
            <a:rPr lang="en-US" sz="1800" b="0" i="0" dirty="0">
              <a:solidFill>
                <a:srgbClr val="FFFFFF"/>
              </a:solidFill>
            </a:rPr>
            <a:t> </a:t>
          </a:r>
          <a:r>
            <a:rPr lang="en-US" sz="1800" b="0" i="0" dirty="0" err="1">
              <a:solidFill>
                <a:srgbClr val="FFFFFF"/>
              </a:solidFill>
            </a:rPr>
            <a:t>за</a:t>
          </a:r>
          <a:r>
            <a:rPr lang="en-US" sz="1800" b="0" i="0" dirty="0">
              <a:solidFill>
                <a:srgbClr val="FFFFFF"/>
              </a:solidFill>
            </a:rPr>
            <a:t> </a:t>
          </a:r>
          <a:r>
            <a:rPr lang="en-US" sz="1800" b="0" i="0" dirty="0" err="1">
              <a:solidFill>
                <a:srgbClr val="FFFFFF"/>
              </a:solidFill>
            </a:rPr>
            <a:t>студенти</a:t>
          </a:r>
          <a:endParaRPr lang="en-US" sz="1800" dirty="0" err="1">
            <a:solidFill>
              <a:srgbClr val="FFFFFF"/>
            </a:solidFill>
          </a:endParaRPr>
        </a:p>
      </dgm:t>
    </dgm:pt>
    <dgm:pt modelId="{0BC07289-C1FF-4493-AAA9-F57AF8E05CEA}" type="parTrans" cxnId="{E85EE37C-759B-4245-B727-81652858B822}">
      <dgm:prSet/>
      <dgm:spPr/>
      <dgm:t>
        <a:bodyPr/>
        <a:lstStyle/>
        <a:p>
          <a:endParaRPr lang="en-US"/>
        </a:p>
      </dgm:t>
    </dgm:pt>
    <dgm:pt modelId="{5133BD03-DB1D-4E39-A391-FB6779C1F739}" type="sibTrans" cxnId="{E85EE37C-759B-4245-B727-81652858B822}">
      <dgm:prSet/>
      <dgm:spPr/>
      <dgm:t>
        <a:bodyPr/>
        <a:lstStyle/>
        <a:p>
          <a:endParaRPr lang="en-US"/>
        </a:p>
      </dgm:t>
    </dgm:pt>
    <dgm:pt modelId="{F9314763-959C-4BA1-B871-75F86FCC1F6A}" type="pres">
      <dgm:prSet presAssocID="{FFB59354-0DC4-4A2D-BF88-24C25DC200AD}" presName="outerComposite" presStyleCnt="0">
        <dgm:presLayoutVars>
          <dgm:chMax val="5"/>
          <dgm:dir/>
          <dgm:resizeHandles val="exact"/>
        </dgm:presLayoutVars>
      </dgm:prSet>
      <dgm:spPr/>
    </dgm:pt>
    <dgm:pt modelId="{F50E1522-AC9F-44E1-ACE5-D83CFDFEBCC0}" type="pres">
      <dgm:prSet presAssocID="{FFB59354-0DC4-4A2D-BF88-24C25DC200AD}" presName="dummyMaxCanvas" presStyleCnt="0">
        <dgm:presLayoutVars/>
      </dgm:prSet>
      <dgm:spPr/>
    </dgm:pt>
    <dgm:pt modelId="{C6BD42CD-DD0D-4C67-AF04-1FF3A715528D}" type="pres">
      <dgm:prSet presAssocID="{FFB59354-0DC4-4A2D-BF88-24C25DC200AD}" presName="FourNodes_1" presStyleLbl="node1" presStyleIdx="0" presStyleCnt="4">
        <dgm:presLayoutVars>
          <dgm:bulletEnabled val="1"/>
        </dgm:presLayoutVars>
      </dgm:prSet>
      <dgm:spPr/>
    </dgm:pt>
    <dgm:pt modelId="{208BAAD5-23B2-4CC4-8AB0-0C3A19535E62}" type="pres">
      <dgm:prSet presAssocID="{FFB59354-0DC4-4A2D-BF88-24C25DC200AD}" presName="FourNodes_2" presStyleLbl="node1" presStyleIdx="1" presStyleCnt="4">
        <dgm:presLayoutVars>
          <dgm:bulletEnabled val="1"/>
        </dgm:presLayoutVars>
      </dgm:prSet>
      <dgm:spPr/>
    </dgm:pt>
    <dgm:pt modelId="{F7CE3AFA-FCA6-41DC-94FD-4A1FB6526AC1}" type="pres">
      <dgm:prSet presAssocID="{FFB59354-0DC4-4A2D-BF88-24C25DC200AD}" presName="FourNodes_3" presStyleLbl="node1" presStyleIdx="2" presStyleCnt="4">
        <dgm:presLayoutVars>
          <dgm:bulletEnabled val="1"/>
        </dgm:presLayoutVars>
      </dgm:prSet>
      <dgm:spPr/>
    </dgm:pt>
    <dgm:pt modelId="{6F402027-9E82-40F3-B2DE-A4785A4B1031}" type="pres">
      <dgm:prSet presAssocID="{FFB59354-0DC4-4A2D-BF88-24C25DC200AD}" presName="FourNodes_4" presStyleLbl="node1" presStyleIdx="3" presStyleCnt="4">
        <dgm:presLayoutVars>
          <dgm:bulletEnabled val="1"/>
        </dgm:presLayoutVars>
      </dgm:prSet>
      <dgm:spPr/>
    </dgm:pt>
    <dgm:pt modelId="{C8DAC62E-DABE-413C-AFD7-D04806FC9F34}" type="pres">
      <dgm:prSet presAssocID="{FFB59354-0DC4-4A2D-BF88-24C25DC200AD}" presName="FourConn_1-2" presStyleLbl="fgAccFollowNode1" presStyleIdx="0" presStyleCnt="3">
        <dgm:presLayoutVars>
          <dgm:bulletEnabled val="1"/>
        </dgm:presLayoutVars>
      </dgm:prSet>
      <dgm:spPr/>
    </dgm:pt>
    <dgm:pt modelId="{6557BE24-26A1-45AA-8690-7B37A8E84820}" type="pres">
      <dgm:prSet presAssocID="{FFB59354-0DC4-4A2D-BF88-24C25DC200AD}" presName="FourConn_2-3" presStyleLbl="fgAccFollowNode1" presStyleIdx="1" presStyleCnt="3">
        <dgm:presLayoutVars>
          <dgm:bulletEnabled val="1"/>
        </dgm:presLayoutVars>
      </dgm:prSet>
      <dgm:spPr/>
    </dgm:pt>
    <dgm:pt modelId="{BFDC47E3-5CA0-4E54-A421-EECAF6B52F1E}" type="pres">
      <dgm:prSet presAssocID="{FFB59354-0DC4-4A2D-BF88-24C25DC200AD}" presName="FourConn_3-4" presStyleLbl="fgAccFollowNode1" presStyleIdx="2" presStyleCnt="3">
        <dgm:presLayoutVars>
          <dgm:bulletEnabled val="1"/>
        </dgm:presLayoutVars>
      </dgm:prSet>
      <dgm:spPr/>
    </dgm:pt>
    <dgm:pt modelId="{2DA08EC4-8D4F-42F9-BC9D-77DAD5FA17BE}" type="pres">
      <dgm:prSet presAssocID="{FFB59354-0DC4-4A2D-BF88-24C25DC200AD}" presName="FourNodes_1_text" presStyleLbl="node1" presStyleIdx="3" presStyleCnt="4">
        <dgm:presLayoutVars>
          <dgm:bulletEnabled val="1"/>
        </dgm:presLayoutVars>
      </dgm:prSet>
      <dgm:spPr/>
    </dgm:pt>
    <dgm:pt modelId="{0482B090-C79C-4B27-8BAC-EFD32238BE41}" type="pres">
      <dgm:prSet presAssocID="{FFB59354-0DC4-4A2D-BF88-24C25DC200AD}" presName="FourNodes_2_text" presStyleLbl="node1" presStyleIdx="3" presStyleCnt="4">
        <dgm:presLayoutVars>
          <dgm:bulletEnabled val="1"/>
        </dgm:presLayoutVars>
      </dgm:prSet>
      <dgm:spPr/>
    </dgm:pt>
    <dgm:pt modelId="{34EAA495-4964-4B17-B225-B8E2F725E67D}" type="pres">
      <dgm:prSet presAssocID="{FFB59354-0DC4-4A2D-BF88-24C25DC200AD}" presName="FourNodes_3_text" presStyleLbl="node1" presStyleIdx="3" presStyleCnt="4">
        <dgm:presLayoutVars>
          <dgm:bulletEnabled val="1"/>
        </dgm:presLayoutVars>
      </dgm:prSet>
      <dgm:spPr/>
    </dgm:pt>
    <dgm:pt modelId="{1E70A864-C50C-4B78-9BE2-E45B0A181D9D}" type="pres">
      <dgm:prSet presAssocID="{FFB59354-0DC4-4A2D-BF88-24C25DC200A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96F930D-62CD-4175-BBE2-C75F92230E9F}" type="presOf" srcId="{33DA7F25-F70D-466B-AF30-211086959005}" destId="{C8DAC62E-DABE-413C-AFD7-D04806FC9F34}" srcOrd="0" destOrd="0" presId="urn:microsoft.com/office/officeart/2005/8/layout/vProcess5"/>
    <dgm:cxn modelId="{11014415-879B-44F3-94C0-3DC821B3D6DD}" type="presOf" srcId="{8A59FCFE-1643-49D8-B5A1-C810DE54DC4B}" destId="{2DA08EC4-8D4F-42F9-BC9D-77DAD5FA17BE}" srcOrd="1" destOrd="0" presId="urn:microsoft.com/office/officeart/2005/8/layout/vProcess5"/>
    <dgm:cxn modelId="{F6A3EB18-AA0E-4208-B139-6872C0A1AEAB}" srcId="{FFB59354-0DC4-4A2D-BF88-24C25DC200AD}" destId="{8A59FCFE-1643-49D8-B5A1-C810DE54DC4B}" srcOrd="0" destOrd="0" parTransId="{F626B663-B8D1-413D-8DEB-B828ED242CB4}" sibTransId="{33DA7F25-F70D-466B-AF30-211086959005}"/>
    <dgm:cxn modelId="{0F8DCE1D-C94B-4790-983E-D0CC5C186E2A}" type="presOf" srcId="{3741ADEE-C374-4D1B-B30F-2DA515462707}" destId="{1E70A864-C50C-4B78-9BE2-E45B0A181D9D}" srcOrd="1" destOrd="0" presId="urn:microsoft.com/office/officeart/2005/8/layout/vProcess5"/>
    <dgm:cxn modelId="{53825E40-72BA-4DFD-A8EF-4D19E15171D6}" type="presOf" srcId="{E4797AE6-878E-4035-99EC-A9080991CCBB}" destId="{34EAA495-4964-4B17-B225-B8E2F725E67D}" srcOrd="1" destOrd="0" presId="urn:microsoft.com/office/officeart/2005/8/layout/vProcess5"/>
    <dgm:cxn modelId="{B90FBA60-03C2-4A43-AC27-FFAFEDFAA95D}" type="presOf" srcId="{5F07D586-BDA3-4755-81B9-F92B271E3D7C}" destId="{6557BE24-26A1-45AA-8690-7B37A8E84820}" srcOrd="0" destOrd="0" presId="urn:microsoft.com/office/officeart/2005/8/layout/vProcess5"/>
    <dgm:cxn modelId="{8B87E660-5B0F-460D-B6F1-9149A43F8C7E}" type="presOf" srcId="{FFB59354-0DC4-4A2D-BF88-24C25DC200AD}" destId="{F9314763-959C-4BA1-B871-75F86FCC1F6A}" srcOrd="0" destOrd="0" presId="urn:microsoft.com/office/officeart/2005/8/layout/vProcess5"/>
    <dgm:cxn modelId="{416BDB4E-B1EF-4C48-AC5E-ED8449484541}" type="presOf" srcId="{E4797AE6-878E-4035-99EC-A9080991CCBB}" destId="{F7CE3AFA-FCA6-41DC-94FD-4A1FB6526AC1}" srcOrd="0" destOrd="0" presId="urn:microsoft.com/office/officeart/2005/8/layout/vProcess5"/>
    <dgm:cxn modelId="{7B4F4271-BBEA-4B06-B34B-3BFF579F0D59}" type="presOf" srcId="{B6BF4F70-C510-4A26-9A18-E8E061DACC22}" destId="{208BAAD5-23B2-4CC4-8AB0-0C3A19535E62}" srcOrd="0" destOrd="0" presId="urn:microsoft.com/office/officeart/2005/8/layout/vProcess5"/>
    <dgm:cxn modelId="{E85EE37C-759B-4245-B727-81652858B822}" srcId="{FFB59354-0DC4-4A2D-BF88-24C25DC200AD}" destId="{3741ADEE-C374-4D1B-B30F-2DA515462707}" srcOrd="3" destOrd="0" parTransId="{0BC07289-C1FF-4493-AAA9-F57AF8E05CEA}" sibTransId="{5133BD03-DB1D-4E39-A391-FB6779C1F739}"/>
    <dgm:cxn modelId="{5524CC8E-2250-44CE-A5CF-34BD23B36C0D}" type="presOf" srcId="{B6BF4F70-C510-4A26-9A18-E8E061DACC22}" destId="{0482B090-C79C-4B27-8BAC-EFD32238BE41}" srcOrd="1" destOrd="0" presId="urn:microsoft.com/office/officeart/2005/8/layout/vProcess5"/>
    <dgm:cxn modelId="{3638F7A3-4DCC-4C8E-891F-E3678FC3A767}" srcId="{FFB59354-0DC4-4A2D-BF88-24C25DC200AD}" destId="{E4797AE6-878E-4035-99EC-A9080991CCBB}" srcOrd="2" destOrd="0" parTransId="{1CB53AA2-5AF3-4989-B4B4-91CB1DA10DCB}" sibTransId="{ED3533AF-D89B-4AC4-BB9C-481027199B12}"/>
    <dgm:cxn modelId="{DB8B7FD9-D81C-4048-A900-0DE80BA97187}" type="presOf" srcId="{3741ADEE-C374-4D1B-B30F-2DA515462707}" destId="{6F402027-9E82-40F3-B2DE-A4785A4B1031}" srcOrd="0" destOrd="0" presId="urn:microsoft.com/office/officeart/2005/8/layout/vProcess5"/>
    <dgm:cxn modelId="{A10F24DD-42DE-4344-9418-E2EBEDEE5267}" type="presOf" srcId="{ED3533AF-D89B-4AC4-BB9C-481027199B12}" destId="{BFDC47E3-5CA0-4E54-A421-EECAF6B52F1E}" srcOrd="0" destOrd="0" presId="urn:microsoft.com/office/officeart/2005/8/layout/vProcess5"/>
    <dgm:cxn modelId="{3F94D7F4-047D-437B-85E1-C15BA7FF60BB}" type="presOf" srcId="{8A59FCFE-1643-49D8-B5A1-C810DE54DC4B}" destId="{C6BD42CD-DD0D-4C67-AF04-1FF3A715528D}" srcOrd="0" destOrd="0" presId="urn:microsoft.com/office/officeart/2005/8/layout/vProcess5"/>
    <dgm:cxn modelId="{688806F8-B6EB-48B7-AE12-611A87E3FF9A}" srcId="{FFB59354-0DC4-4A2D-BF88-24C25DC200AD}" destId="{B6BF4F70-C510-4A26-9A18-E8E061DACC22}" srcOrd="1" destOrd="0" parTransId="{78922A31-F3D0-41FF-8B72-FB75F43DE6EF}" sibTransId="{5F07D586-BDA3-4755-81B9-F92B271E3D7C}"/>
    <dgm:cxn modelId="{5DFBF76C-C7DE-4A7A-8550-F6E9FEE046AC}" type="presParOf" srcId="{F9314763-959C-4BA1-B871-75F86FCC1F6A}" destId="{F50E1522-AC9F-44E1-ACE5-D83CFDFEBCC0}" srcOrd="0" destOrd="0" presId="urn:microsoft.com/office/officeart/2005/8/layout/vProcess5"/>
    <dgm:cxn modelId="{B0EE4260-1223-4D22-B3E0-F65225C48D7C}" type="presParOf" srcId="{F9314763-959C-4BA1-B871-75F86FCC1F6A}" destId="{C6BD42CD-DD0D-4C67-AF04-1FF3A715528D}" srcOrd="1" destOrd="0" presId="urn:microsoft.com/office/officeart/2005/8/layout/vProcess5"/>
    <dgm:cxn modelId="{3ED4A901-8C29-4F97-85E1-ECB994B5E63B}" type="presParOf" srcId="{F9314763-959C-4BA1-B871-75F86FCC1F6A}" destId="{208BAAD5-23B2-4CC4-8AB0-0C3A19535E62}" srcOrd="2" destOrd="0" presId="urn:microsoft.com/office/officeart/2005/8/layout/vProcess5"/>
    <dgm:cxn modelId="{7D818EE3-0DB8-4271-B006-3E3AECEC89AD}" type="presParOf" srcId="{F9314763-959C-4BA1-B871-75F86FCC1F6A}" destId="{F7CE3AFA-FCA6-41DC-94FD-4A1FB6526AC1}" srcOrd="3" destOrd="0" presId="urn:microsoft.com/office/officeart/2005/8/layout/vProcess5"/>
    <dgm:cxn modelId="{954E9EFD-98C1-4ED6-A4F5-9DFC5425E787}" type="presParOf" srcId="{F9314763-959C-4BA1-B871-75F86FCC1F6A}" destId="{6F402027-9E82-40F3-B2DE-A4785A4B1031}" srcOrd="4" destOrd="0" presId="urn:microsoft.com/office/officeart/2005/8/layout/vProcess5"/>
    <dgm:cxn modelId="{63FC6C15-9F67-4E5F-A47F-14CFBE7BE48C}" type="presParOf" srcId="{F9314763-959C-4BA1-B871-75F86FCC1F6A}" destId="{C8DAC62E-DABE-413C-AFD7-D04806FC9F34}" srcOrd="5" destOrd="0" presId="urn:microsoft.com/office/officeart/2005/8/layout/vProcess5"/>
    <dgm:cxn modelId="{151294C6-F53E-415F-A5A6-9F37DDA43B5E}" type="presParOf" srcId="{F9314763-959C-4BA1-B871-75F86FCC1F6A}" destId="{6557BE24-26A1-45AA-8690-7B37A8E84820}" srcOrd="6" destOrd="0" presId="urn:microsoft.com/office/officeart/2005/8/layout/vProcess5"/>
    <dgm:cxn modelId="{D5F1696A-EA8A-42C8-990B-F07E3EBB899F}" type="presParOf" srcId="{F9314763-959C-4BA1-B871-75F86FCC1F6A}" destId="{BFDC47E3-5CA0-4E54-A421-EECAF6B52F1E}" srcOrd="7" destOrd="0" presId="urn:microsoft.com/office/officeart/2005/8/layout/vProcess5"/>
    <dgm:cxn modelId="{7279DC0C-129A-47BE-A975-056CD7E5F57F}" type="presParOf" srcId="{F9314763-959C-4BA1-B871-75F86FCC1F6A}" destId="{2DA08EC4-8D4F-42F9-BC9D-77DAD5FA17BE}" srcOrd="8" destOrd="0" presId="urn:microsoft.com/office/officeart/2005/8/layout/vProcess5"/>
    <dgm:cxn modelId="{45335AD6-ADBF-473E-ADAF-2073266E9EC8}" type="presParOf" srcId="{F9314763-959C-4BA1-B871-75F86FCC1F6A}" destId="{0482B090-C79C-4B27-8BAC-EFD32238BE41}" srcOrd="9" destOrd="0" presId="urn:microsoft.com/office/officeart/2005/8/layout/vProcess5"/>
    <dgm:cxn modelId="{C05251A8-0D71-4C07-A54A-35D787E4AF56}" type="presParOf" srcId="{F9314763-959C-4BA1-B871-75F86FCC1F6A}" destId="{34EAA495-4964-4B17-B225-B8E2F725E67D}" srcOrd="10" destOrd="0" presId="urn:microsoft.com/office/officeart/2005/8/layout/vProcess5"/>
    <dgm:cxn modelId="{8EE272BC-BF57-47E6-96D9-1275F3B070A8}" type="presParOf" srcId="{F9314763-959C-4BA1-B871-75F86FCC1F6A}" destId="{1E70A864-C50C-4B78-9BE2-E45B0A181D9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0BA063-7141-420C-8856-A597D860BA1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7B722C57-AB4D-4377-B7E0-3522E2D09F0B}">
      <dgm:prSet custT="0"/>
      <dgm:spPr/>
      <dgm:t>
        <a:bodyPr/>
        <a:lstStyle/>
        <a:p>
          <a:pPr>
            <a:lnSpc>
              <a:spcPct val="100000"/>
            </a:lnSpc>
          </a:pPr>
          <a:r>
            <a:rPr lang="en-US" sz="1800" b="1" i="0"/>
            <a:t>Language: C#</a:t>
          </a:r>
          <a:endParaRPr lang="en-US" sz="1800" b="1"/>
        </a:p>
      </dgm:t>
    </dgm:pt>
    <dgm:pt modelId="{E97F1983-890C-4787-821B-C161D5D510DB}" type="parTrans" cxnId="{1286F52D-5BDF-4349-98F2-C85E89F25883}">
      <dgm:prSet/>
      <dgm:spPr/>
      <dgm:t>
        <a:bodyPr/>
        <a:lstStyle/>
        <a:p>
          <a:endParaRPr lang="en-US"/>
        </a:p>
      </dgm:t>
    </dgm:pt>
    <dgm:pt modelId="{9109CC7B-2A4F-4C97-814A-5FBAFEF6C520}" type="sibTrans" cxnId="{1286F52D-5BDF-4349-98F2-C85E89F25883}">
      <dgm:prSet/>
      <dgm:spPr/>
      <dgm:t>
        <a:bodyPr/>
        <a:lstStyle/>
        <a:p>
          <a:endParaRPr lang="en-US"/>
        </a:p>
      </dgm:t>
    </dgm:pt>
    <dgm:pt modelId="{2AEDFFD6-FC82-4BE4-8A86-F9C8D0C549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1800" b="1" i="0"/>
            <a:t>Framework: ASP.NET</a:t>
          </a:r>
          <a:endParaRPr lang="en-US" sz="1800" b="1"/>
        </a:p>
      </dgm:t>
    </dgm:pt>
    <dgm:pt modelId="{B4373A0E-C238-4BE5-B4C8-F3BF39D23F2E}" type="parTrans" cxnId="{1392B775-9C6C-4C08-AF31-0AC195AA74A8}">
      <dgm:prSet/>
      <dgm:spPr/>
      <dgm:t>
        <a:bodyPr/>
        <a:lstStyle/>
        <a:p>
          <a:endParaRPr lang="en-US"/>
        </a:p>
      </dgm:t>
    </dgm:pt>
    <dgm:pt modelId="{456BBE1E-2F7F-4AC3-BD25-FEBB28200A47}" type="sibTrans" cxnId="{1392B775-9C6C-4C08-AF31-0AC195AA74A8}">
      <dgm:prSet/>
      <dgm:spPr/>
      <dgm:t>
        <a:bodyPr/>
        <a:lstStyle/>
        <a:p>
          <a:endParaRPr lang="en-US"/>
        </a:p>
      </dgm:t>
    </dgm:pt>
    <dgm:pt modelId="{B1C71CC7-383C-495C-8FEB-A418BAD2B0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1800" b="1" i="0">
              <a:latin typeface="Bahnschrift Light"/>
            </a:rPr>
            <a:t>Architecture</a:t>
          </a:r>
          <a:r>
            <a:rPr lang="en-US" sz="1800" b="1" i="0"/>
            <a:t>: MVC (</a:t>
          </a:r>
          <a:r>
            <a:rPr lang="en-US" sz="1800" b="1" i="0">
              <a:latin typeface="Bahnschrift Light"/>
            </a:rPr>
            <a:t>Models-View-Controllers</a:t>
          </a:r>
          <a:r>
            <a:rPr lang="en-US" sz="1800" b="1" i="0"/>
            <a:t>)</a:t>
          </a:r>
          <a:endParaRPr lang="en-US" sz="1800" b="1"/>
        </a:p>
      </dgm:t>
    </dgm:pt>
    <dgm:pt modelId="{F94C4339-82B0-4C9E-BD0B-31C2D8BA76D0}" type="parTrans" cxnId="{F3CD3D19-A753-4E32-B283-DAD74628CFBB}">
      <dgm:prSet/>
      <dgm:spPr/>
      <dgm:t>
        <a:bodyPr/>
        <a:lstStyle/>
        <a:p>
          <a:endParaRPr lang="en-US"/>
        </a:p>
      </dgm:t>
    </dgm:pt>
    <dgm:pt modelId="{63E6422B-31B2-4529-B86E-6BBD1A178CC2}" type="sibTrans" cxnId="{F3CD3D19-A753-4E32-B283-DAD74628CFBB}">
      <dgm:prSet/>
      <dgm:spPr/>
      <dgm:t>
        <a:bodyPr/>
        <a:lstStyle/>
        <a:p>
          <a:endParaRPr lang="en-US"/>
        </a:p>
      </dgm:t>
    </dgm:pt>
    <dgm:pt modelId="{F4438A89-E675-4501-B1E7-A51A0364BDF9}" type="pres">
      <dgm:prSet presAssocID="{F10BA063-7141-420C-8856-A597D860BA14}" presName="root" presStyleCnt="0">
        <dgm:presLayoutVars>
          <dgm:dir/>
          <dgm:resizeHandles val="exact"/>
        </dgm:presLayoutVars>
      </dgm:prSet>
      <dgm:spPr/>
    </dgm:pt>
    <dgm:pt modelId="{2F2DB3F0-671E-4699-929E-85E0494DC5BA}" type="pres">
      <dgm:prSet presAssocID="{7B722C57-AB4D-4377-B7E0-3522E2D09F0B}" presName="compNode" presStyleCnt="0"/>
      <dgm:spPr/>
    </dgm:pt>
    <dgm:pt modelId="{64985DF1-C153-4E61-A16E-568E43C27C1C}" type="pres">
      <dgm:prSet presAssocID="{7B722C57-AB4D-4377-B7E0-3522E2D09F0B}" presName="bgRect" presStyleLbl="bgShp" presStyleIdx="0" presStyleCnt="3"/>
      <dgm:spPr/>
    </dgm:pt>
    <dgm:pt modelId="{4155BE36-0D0C-427F-9759-A6A939608979}" type="pres">
      <dgm:prSet presAssocID="{7B722C57-AB4D-4377-B7E0-3522E2D09F0B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 with solid fill"/>
        </a:ext>
      </dgm:extLst>
    </dgm:pt>
    <dgm:pt modelId="{722D4F3F-0D8F-4387-ABD1-2E6FAB00DEB8}" type="pres">
      <dgm:prSet presAssocID="{7B722C57-AB4D-4377-B7E0-3522E2D09F0B}" presName="spaceRect" presStyleCnt="0"/>
      <dgm:spPr/>
    </dgm:pt>
    <dgm:pt modelId="{8A8DE936-2481-4C87-AB5E-496894BFA319}" type="pres">
      <dgm:prSet presAssocID="{7B722C57-AB4D-4377-B7E0-3522E2D09F0B}" presName="parTx" presStyleLbl="revTx" presStyleIdx="0" presStyleCnt="3">
        <dgm:presLayoutVars>
          <dgm:chMax val="0"/>
          <dgm:chPref val="0"/>
        </dgm:presLayoutVars>
      </dgm:prSet>
      <dgm:spPr/>
    </dgm:pt>
    <dgm:pt modelId="{36B83E9B-694B-466D-AFEF-B4C715591BEE}" type="pres">
      <dgm:prSet presAssocID="{9109CC7B-2A4F-4C97-814A-5FBAFEF6C520}" presName="sibTrans" presStyleCnt="0"/>
      <dgm:spPr/>
    </dgm:pt>
    <dgm:pt modelId="{4159BA99-7768-4363-BB8C-E99F61E7A5A4}" type="pres">
      <dgm:prSet presAssocID="{2AEDFFD6-FC82-4BE4-8A86-F9C8D0C5490B}" presName="compNode" presStyleCnt="0"/>
      <dgm:spPr/>
    </dgm:pt>
    <dgm:pt modelId="{FBE48D71-248C-45A9-A315-CC679B2A2450}" type="pres">
      <dgm:prSet presAssocID="{2AEDFFD6-FC82-4BE4-8A86-F9C8D0C5490B}" presName="bgRect" presStyleLbl="bgShp" presStyleIdx="1" presStyleCnt="3"/>
      <dgm:spPr/>
    </dgm:pt>
    <dgm:pt modelId="{AC971C56-E25A-4E28-89DC-AAFD072E49C1}" type="pres">
      <dgm:prSet presAssocID="{2AEDFFD6-FC82-4BE4-8A86-F9C8D0C5490B}" presName="icon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 with solid fill"/>
        </a:ext>
      </dgm:extLst>
    </dgm:pt>
    <dgm:pt modelId="{C2701977-9DC2-45ED-8D08-19AA4B059A50}" type="pres">
      <dgm:prSet presAssocID="{2AEDFFD6-FC82-4BE4-8A86-F9C8D0C5490B}" presName="spaceRect" presStyleCnt="0"/>
      <dgm:spPr/>
    </dgm:pt>
    <dgm:pt modelId="{7D162A1F-0835-455E-B27C-AA334F1C49AF}" type="pres">
      <dgm:prSet presAssocID="{2AEDFFD6-FC82-4BE4-8A86-F9C8D0C5490B}" presName="parTx" presStyleLbl="revTx" presStyleIdx="1" presStyleCnt="3">
        <dgm:presLayoutVars>
          <dgm:chMax val="0"/>
          <dgm:chPref val="0"/>
        </dgm:presLayoutVars>
      </dgm:prSet>
      <dgm:spPr/>
    </dgm:pt>
    <dgm:pt modelId="{BFCC7A97-983B-4031-8938-DEF095101BFB}" type="pres">
      <dgm:prSet presAssocID="{456BBE1E-2F7F-4AC3-BD25-FEBB28200A47}" presName="sibTrans" presStyleCnt="0"/>
      <dgm:spPr/>
    </dgm:pt>
    <dgm:pt modelId="{ED38E41F-6923-40EE-A245-41EE93F64ECC}" type="pres">
      <dgm:prSet presAssocID="{B1C71CC7-383C-495C-8FEB-A418BAD2B0C1}" presName="compNode" presStyleCnt="0"/>
      <dgm:spPr/>
    </dgm:pt>
    <dgm:pt modelId="{BD2F4076-704E-4D32-9F07-A0EAC0050859}" type="pres">
      <dgm:prSet presAssocID="{B1C71CC7-383C-495C-8FEB-A418BAD2B0C1}" presName="bgRect" presStyleLbl="bgShp" presStyleIdx="2" presStyleCnt="3"/>
      <dgm:spPr/>
    </dgm:pt>
    <dgm:pt modelId="{B4774FD9-5378-4C39-89B0-AE666A6C4A09}" type="pres">
      <dgm:prSet presAssocID="{B1C71CC7-383C-495C-8FEB-A418BAD2B0C1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ular flowchart with solid fill"/>
        </a:ext>
      </dgm:extLst>
    </dgm:pt>
    <dgm:pt modelId="{38EDB343-5E4D-4814-8AF0-1EF975D44232}" type="pres">
      <dgm:prSet presAssocID="{B1C71CC7-383C-495C-8FEB-A418BAD2B0C1}" presName="spaceRect" presStyleCnt="0"/>
      <dgm:spPr/>
    </dgm:pt>
    <dgm:pt modelId="{EA5B6467-B52C-48B1-8999-7B1316423EA3}" type="pres">
      <dgm:prSet presAssocID="{B1C71CC7-383C-495C-8FEB-A418BAD2B0C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3CD3D19-A753-4E32-B283-DAD74628CFBB}" srcId="{F10BA063-7141-420C-8856-A597D860BA14}" destId="{B1C71CC7-383C-495C-8FEB-A418BAD2B0C1}" srcOrd="2" destOrd="0" parTransId="{F94C4339-82B0-4C9E-BD0B-31C2D8BA76D0}" sibTransId="{63E6422B-31B2-4529-B86E-6BBD1A178CC2}"/>
    <dgm:cxn modelId="{1286F52D-5BDF-4349-98F2-C85E89F25883}" srcId="{F10BA063-7141-420C-8856-A597D860BA14}" destId="{7B722C57-AB4D-4377-B7E0-3522E2D09F0B}" srcOrd="0" destOrd="0" parTransId="{E97F1983-890C-4787-821B-C161D5D510DB}" sibTransId="{9109CC7B-2A4F-4C97-814A-5FBAFEF6C520}"/>
    <dgm:cxn modelId="{31893A34-6B73-4A6D-95A9-29FC2912000B}" type="presOf" srcId="{F10BA063-7141-420C-8856-A597D860BA14}" destId="{F4438A89-E675-4501-B1E7-A51A0364BDF9}" srcOrd="0" destOrd="0" presId="urn:microsoft.com/office/officeart/2018/2/layout/IconVerticalSolidList"/>
    <dgm:cxn modelId="{1392B775-9C6C-4C08-AF31-0AC195AA74A8}" srcId="{F10BA063-7141-420C-8856-A597D860BA14}" destId="{2AEDFFD6-FC82-4BE4-8A86-F9C8D0C5490B}" srcOrd="1" destOrd="0" parTransId="{B4373A0E-C238-4BE5-B4C8-F3BF39D23F2E}" sibTransId="{456BBE1E-2F7F-4AC3-BD25-FEBB28200A47}"/>
    <dgm:cxn modelId="{573CAA79-2C38-49F3-AE51-B80C28EB90C7}" type="presOf" srcId="{2AEDFFD6-FC82-4BE4-8A86-F9C8D0C5490B}" destId="{7D162A1F-0835-455E-B27C-AA334F1C49AF}" srcOrd="0" destOrd="0" presId="urn:microsoft.com/office/officeart/2018/2/layout/IconVerticalSolidList"/>
    <dgm:cxn modelId="{4F63B490-331B-482F-96C2-8A106A8CEAED}" type="presOf" srcId="{B1C71CC7-383C-495C-8FEB-A418BAD2B0C1}" destId="{EA5B6467-B52C-48B1-8999-7B1316423EA3}" srcOrd="0" destOrd="0" presId="urn:microsoft.com/office/officeart/2018/2/layout/IconVerticalSolidList"/>
    <dgm:cxn modelId="{89D079D0-6A76-44F6-8C9D-CE9346FABE0D}" type="presOf" srcId="{7B722C57-AB4D-4377-B7E0-3522E2D09F0B}" destId="{8A8DE936-2481-4C87-AB5E-496894BFA319}" srcOrd="0" destOrd="0" presId="urn:microsoft.com/office/officeart/2018/2/layout/IconVerticalSolidList"/>
    <dgm:cxn modelId="{2C8BF4CF-EE6A-45AF-8EAE-2AFE78B158E5}" type="presParOf" srcId="{F4438A89-E675-4501-B1E7-A51A0364BDF9}" destId="{2F2DB3F0-671E-4699-929E-85E0494DC5BA}" srcOrd="0" destOrd="0" presId="urn:microsoft.com/office/officeart/2018/2/layout/IconVerticalSolidList"/>
    <dgm:cxn modelId="{8683AED5-F295-4B10-AB70-0AFDAA4B1F59}" type="presParOf" srcId="{2F2DB3F0-671E-4699-929E-85E0494DC5BA}" destId="{64985DF1-C153-4E61-A16E-568E43C27C1C}" srcOrd="0" destOrd="0" presId="urn:microsoft.com/office/officeart/2018/2/layout/IconVerticalSolidList"/>
    <dgm:cxn modelId="{C06F9E85-FF55-4EE0-8D9F-9C837C490777}" type="presParOf" srcId="{2F2DB3F0-671E-4699-929E-85E0494DC5BA}" destId="{4155BE36-0D0C-427F-9759-A6A939608979}" srcOrd="1" destOrd="0" presId="urn:microsoft.com/office/officeart/2018/2/layout/IconVerticalSolidList"/>
    <dgm:cxn modelId="{3B1248F8-BC18-46BE-A354-9FB1D4289CF5}" type="presParOf" srcId="{2F2DB3F0-671E-4699-929E-85E0494DC5BA}" destId="{722D4F3F-0D8F-4387-ABD1-2E6FAB00DEB8}" srcOrd="2" destOrd="0" presId="urn:microsoft.com/office/officeart/2018/2/layout/IconVerticalSolidList"/>
    <dgm:cxn modelId="{61DE7567-AA5B-4022-AB7D-9F2A740BA1CD}" type="presParOf" srcId="{2F2DB3F0-671E-4699-929E-85E0494DC5BA}" destId="{8A8DE936-2481-4C87-AB5E-496894BFA319}" srcOrd="3" destOrd="0" presId="urn:microsoft.com/office/officeart/2018/2/layout/IconVerticalSolidList"/>
    <dgm:cxn modelId="{82424101-02D6-466F-B9D4-21365990612B}" type="presParOf" srcId="{F4438A89-E675-4501-B1E7-A51A0364BDF9}" destId="{36B83E9B-694B-466D-AFEF-B4C715591BEE}" srcOrd="1" destOrd="0" presId="urn:microsoft.com/office/officeart/2018/2/layout/IconVerticalSolidList"/>
    <dgm:cxn modelId="{86DB6F00-73E3-4B9E-A53A-C6FC4F4ABE29}" type="presParOf" srcId="{F4438A89-E675-4501-B1E7-A51A0364BDF9}" destId="{4159BA99-7768-4363-BB8C-E99F61E7A5A4}" srcOrd="2" destOrd="0" presId="urn:microsoft.com/office/officeart/2018/2/layout/IconVerticalSolidList"/>
    <dgm:cxn modelId="{6F671A93-34F0-4E57-8D5C-5F602163E568}" type="presParOf" srcId="{4159BA99-7768-4363-BB8C-E99F61E7A5A4}" destId="{FBE48D71-248C-45A9-A315-CC679B2A2450}" srcOrd="0" destOrd="0" presId="urn:microsoft.com/office/officeart/2018/2/layout/IconVerticalSolidList"/>
    <dgm:cxn modelId="{1391919A-D840-4027-BFE6-9CAF4EC31161}" type="presParOf" srcId="{4159BA99-7768-4363-BB8C-E99F61E7A5A4}" destId="{AC971C56-E25A-4E28-89DC-AAFD072E49C1}" srcOrd="1" destOrd="0" presId="urn:microsoft.com/office/officeart/2018/2/layout/IconVerticalSolidList"/>
    <dgm:cxn modelId="{A2C225A3-3E39-4D8E-BDCE-5CF088242DA1}" type="presParOf" srcId="{4159BA99-7768-4363-BB8C-E99F61E7A5A4}" destId="{C2701977-9DC2-45ED-8D08-19AA4B059A50}" srcOrd="2" destOrd="0" presId="urn:microsoft.com/office/officeart/2018/2/layout/IconVerticalSolidList"/>
    <dgm:cxn modelId="{B6516655-389D-4FA6-97E8-172C76BF4B86}" type="presParOf" srcId="{4159BA99-7768-4363-BB8C-E99F61E7A5A4}" destId="{7D162A1F-0835-455E-B27C-AA334F1C49AF}" srcOrd="3" destOrd="0" presId="urn:microsoft.com/office/officeart/2018/2/layout/IconVerticalSolidList"/>
    <dgm:cxn modelId="{D43D4F12-60FB-4263-9629-F28FF4F06DE8}" type="presParOf" srcId="{F4438A89-E675-4501-B1E7-A51A0364BDF9}" destId="{BFCC7A97-983B-4031-8938-DEF095101BFB}" srcOrd="3" destOrd="0" presId="urn:microsoft.com/office/officeart/2018/2/layout/IconVerticalSolidList"/>
    <dgm:cxn modelId="{CBBBCFF7-240B-4971-961D-D7141FEEBF66}" type="presParOf" srcId="{F4438A89-E675-4501-B1E7-A51A0364BDF9}" destId="{ED38E41F-6923-40EE-A245-41EE93F64ECC}" srcOrd="4" destOrd="0" presId="urn:microsoft.com/office/officeart/2018/2/layout/IconVerticalSolidList"/>
    <dgm:cxn modelId="{3C400895-8AB1-46BA-998F-6678554C80DE}" type="presParOf" srcId="{ED38E41F-6923-40EE-A245-41EE93F64ECC}" destId="{BD2F4076-704E-4D32-9F07-A0EAC0050859}" srcOrd="0" destOrd="0" presId="urn:microsoft.com/office/officeart/2018/2/layout/IconVerticalSolidList"/>
    <dgm:cxn modelId="{06F0958A-DB06-43B8-AF3A-F3888989D91D}" type="presParOf" srcId="{ED38E41F-6923-40EE-A245-41EE93F64ECC}" destId="{B4774FD9-5378-4C39-89B0-AE666A6C4A09}" srcOrd="1" destOrd="0" presId="urn:microsoft.com/office/officeart/2018/2/layout/IconVerticalSolidList"/>
    <dgm:cxn modelId="{D8E30650-0DF5-493F-B80C-E796BEA2A441}" type="presParOf" srcId="{ED38E41F-6923-40EE-A245-41EE93F64ECC}" destId="{38EDB343-5E4D-4814-8AF0-1EF975D44232}" srcOrd="2" destOrd="0" presId="urn:microsoft.com/office/officeart/2018/2/layout/IconVerticalSolidList"/>
    <dgm:cxn modelId="{C7139A1F-B855-4347-9813-457C44E992E7}" type="presParOf" srcId="{ED38E41F-6923-40EE-A245-41EE93F64ECC}" destId="{EA5B6467-B52C-48B1-8999-7B1316423EA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F49D19-F99B-480E-A565-8C74684B8B09}">
      <dsp:nvSpPr>
        <dsp:cNvPr id="0" name=""/>
        <dsp:cNvSpPr/>
      </dsp:nvSpPr>
      <dsp:spPr>
        <a:xfrm>
          <a:off x="753903" y="0"/>
          <a:ext cx="8544242" cy="4754563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F7FCA1-4EA8-4997-B9C1-50CEB137F1A1}">
      <dsp:nvSpPr>
        <dsp:cNvPr id="0" name=""/>
        <dsp:cNvSpPr/>
      </dsp:nvSpPr>
      <dsp:spPr>
        <a:xfrm>
          <a:off x="2032" y="1426368"/>
          <a:ext cx="4790361" cy="1901825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dirty="0" err="1">
              <a:solidFill>
                <a:srgbClr val="FFFFFF"/>
              </a:solidFill>
              <a:ea typeface="+mn-ea"/>
              <a:cs typeface="+mn-cs"/>
            </a:rPr>
            <a:t>Фирми</a:t>
          </a:r>
          <a:r>
            <a:rPr lang="en-US" sz="4000" b="0" i="0" kern="1200" dirty="0">
              <a:solidFill>
                <a:srgbClr val="FFFFFF"/>
              </a:solidFill>
              <a:ea typeface="+mn-ea"/>
              <a:cs typeface="+mn-cs"/>
            </a:rPr>
            <a:t> </a:t>
          </a:r>
          <a:r>
            <a:rPr lang="en-US" sz="4000" b="0" i="0" kern="1200" dirty="0" err="1">
              <a:solidFill>
                <a:srgbClr val="FFFFFF"/>
              </a:solidFill>
              <a:latin typeface="Bahnschrift Light"/>
              <a:ea typeface="+mn-ea"/>
              <a:cs typeface="+mn-cs"/>
            </a:rPr>
            <a:t>објавуваат</a:t>
          </a:r>
          <a:endParaRPr lang="en-US" sz="4000" b="0" i="0" kern="1200" dirty="0">
            <a:solidFill>
              <a:srgbClr val="FFFFFF"/>
            </a:solidFill>
            <a:latin typeface="Bahnschrift Light"/>
            <a:ea typeface="+mn-ea"/>
            <a:cs typeface="+mn-cs"/>
          </a:endParaRPr>
        </a:p>
      </dsp:txBody>
      <dsp:txXfrm>
        <a:off x="94871" y="1519207"/>
        <a:ext cx="4604683" cy="1716147"/>
      </dsp:txXfrm>
    </dsp:sp>
    <dsp:sp modelId="{3233B198-067B-4939-8CD0-BC3225696886}">
      <dsp:nvSpPr>
        <dsp:cNvPr id="0" name=""/>
        <dsp:cNvSpPr/>
      </dsp:nvSpPr>
      <dsp:spPr>
        <a:xfrm>
          <a:off x="5259656" y="1426368"/>
          <a:ext cx="4790361" cy="1901825"/>
        </a:xfrm>
        <a:prstGeom prst="roundRect">
          <a:avLst/>
        </a:prstGeom>
        <a:solidFill>
          <a:schemeClr val="accent2">
            <a:shade val="80000"/>
            <a:hueOff val="550117"/>
            <a:satOff val="-62605"/>
            <a:lumOff val="46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0" i="0" kern="1200" dirty="0" err="1">
              <a:latin typeface="Bahnschrift Light"/>
              <a:ea typeface="+mn-ea"/>
              <a:cs typeface="+mn-cs"/>
            </a:rPr>
            <a:t>Аплицираш</a:t>
          </a:r>
          <a:endParaRPr lang="en-US" sz="6000" kern="1200" dirty="0" err="1"/>
        </a:p>
      </dsp:txBody>
      <dsp:txXfrm>
        <a:off x="5352495" y="1519207"/>
        <a:ext cx="4604683" cy="17161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BD42CD-DD0D-4C67-AF04-1FF3A715528D}">
      <dsp:nvSpPr>
        <dsp:cNvPr id="0" name=""/>
        <dsp:cNvSpPr/>
      </dsp:nvSpPr>
      <dsp:spPr>
        <a:xfrm>
          <a:off x="0" y="0"/>
          <a:ext cx="8041640" cy="1046003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dirty="0" err="1">
              <a:solidFill>
                <a:srgbClr val="FFFFFF"/>
              </a:solidFill>
            </a:rPr>
            <a:t>Помало</a:t>
          </a:r>
          <a:r>
            <a:rPr lang="en-US" sz="3100" b="0" i="0" kern="1200" dirty="0">
              <a:solidFill>
                <a:srgbClr val="FFFFFF"/>
              </a:solidFill>
            </a:rPr>
            <a:t> </a:t>
          </a:r>
          <a:r>
            <a:rPr lang="en-US" sz="3100" b="0" i="0" kern="1200" dirty="0" err="1">
              <a:solidFill>
                <a:srgbClr val="FFFFFF"/>
              </a:solidFill>
            </a:rPr>
            <a:t>ниво</a:t>
          </a:r>
          <a:r>
            <a:rPr lang="en-US" sz="3100" b="0" i="0" kern="1200" dirty="0">
              <a:solidFill>
                <a:srgbClr val="FFFFFF"/>
              </a:solidFill>
            </a:rPr>
            <a:t>, </a:t>
          </a:r>
          <a:r>
            <a:rPr lang="en-US" sz="3100" b="0" i="0" kern="1200" dirty="0" err="1">
              <a:solidFill>
                <a:srgbClr val="FFFFFF"/>
              </a:solidFill>
            </a:rPr>
            <a:t>помала</a:t>
          </a:r>
          <a:r>
            <a:rPr lang="en-US" sz="3100" b="0" i="0" kern="1200" dirty="0">
              <a:solidFill>
                <a:srgbClr val="FFFFFF"/>
              </a:solidFill>
            </a:rPr>
            <a:t> </a:t>
          </a:r>
          <a:r>
            <a:rPr lang="en-US" sz="3100" b="0" i="0" kern="1200" dirty="0" err="1">
              <a:solidFill>
                <a:srgbClr val="FFFFFF"/>
              </a:solidFill>
            </a:rPr>
            <a:t>конкуренција</a:t>
          </a:r>
          <a:r>
            <a:rPr lang="en-US" sz="3100" b="0" i="0" kern="1200" dirty="0">
              <a:solidFill>
                <a:srgbClr val="FFFFFF"/>
              </a:solidFill>
            </a:rPr>
            <a:t> </a:t>
          </a:r>
          <a:endParaRPr lang="en-US" sz="3100" kern="1200" dirty="0">
            <a:solidFill>
              <a:srgbClr val="FFFFFF"/>
            </a:solidFill>
          </a:endParaRPr>
        </a:p>
      </dsp:txBody>
      <dsp:txXfrm>
        <a:off x="30636" y="30636"/>
        <a:ext cx="6824533" cy="984731"/>
      </dsp:txXfrm>
    </dsp:sp>
    <dsp:sp modelId="{208BAAD5-23B2-4CC4-8AB0-0C3A19535E62}">
      <dsp:nvSpPr>
        <dsp:cNvPr id="0" name=""/>
        <dsp:cNvSpPr/>
      </dsp:nvSpPr>
      <dsp:spPr>
        <a:xfrm>
          <a:off x="673487" y="1236186"/>
          <a:ext cx="8041640" cy="1046003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183372"/>
            <a:satOff val="-20868"/>
            <a:lumOff val="155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dirty="0" err="1">
              <a:solidFill>
                <a:srgbClr val="FFFFFF"/>
              </a:solidFill>
            </a:rPr>
            <a:t>Не</a:t>
          </a:r>
          <a:r>
            <a:rPr lang="en-US" sz="3100" b="0" i="0" kern="1200" dirty="0">
              <a:solidFill>
                <a:srgbClr val="FFFFFF"/>
              </a:solidFill>
            </a:rPr>
            <a:t> </a:t>
          </a:r>
          <a:r>
            <a:rPr lang="en-US" sz="3100" b="0" i="0" kern="1200" dirty="0" err="1">
              <a:solidFill>
                <a:srgbClr val="FFFFFF"/>
              </a:solidFill>
            </a:rPr>
            <a:t>чекаме</a:t>
          </a:r>
          <a:r>
            <a:rPr lang="en-US" sz="3100" b="0" i="0" kern="1200" dirty="0">
              <a:solidFill>
                <a:srgbClr val="FFFFFF"/>
              </a:solidFill>
            </a:rPr>
            <a:t> </a:t>
          </a:r>
          <a:r>
            <a:rPr lang="en-US" sz="3100" b="0" i="0" kern="1200" dirty="0" err="1">
              <a:solidFill>
                <a:srgbClr val="FFFFFF"/>
              </a:solidFill>
            </a:rPr>
            <a:t>компании</a:t>
          </a:r>
          <a:r>
            <a:rPr lang="en-US" sz="3100" b="0" i="0" kern="1200" dirty="0">
              <a:solidFill>
                <a:srgbClr val="FFFFFF"/>
              </a:solidFill>
            </a:rPr>
            <a:t> </a:t>
          </a:r>
          <a:r>
            <a:rPr lang="en-US" sz="3100" b="0" i="0" kern="1200" dirty="0" err="1">
              <a:solidFill>
                <a:srgbClr val="FFFFFF"/>
              </a:solidFill>
            </a:rPr>
            <a:t>да</a:t>
          </a:r>
          <a:r>
            <a:rPr lang="en-US" sz="3100" b="0" i="0" kern="1200" dirty="0">
              <a:solidFill>
                <a:srgbClr val="FFFFFF"/>
              </a:solidFill>
            </a:rPr>
            <a:t> </a:t>
          </a:r>
          <a:r>
            <a:rPr lang="en-US" sz="3100" b="0" i="0" kern="1200" dirty="0" err="1">
              <a:solidFill>
                <a:srgbClr val="FFFFFF"/>
              </a:solidFill>
            </a:rPr>
            <a:t>постираат</a:t>
          </a:r>
          <a:endParaRPr lang="en-US" sz="3100" kern="1200" dirty="0">
            <a:solidFill>
              <a:srgbClr val="FFFFFF"/>
            </a:solidFill>
          </a:endParaRPr>
        </a:p>
      </dsp:txBody>
      <dsp:txXfrm>
        <a:off x="704123" y="1266822"/>
        <a:ext cx="6626978" cy="984731"/>
      </dsp:txXfrm>
    </dsp:sp>
    <dsp:sp modelId="{F7CE3AFA-FCA6-41DC-94FD-4A1FB6526AC1}">
      <dsp:nvSpPr>
        <dsp:cNvPr id="0" name=""/>
        <dsp:cNvSpPr/>
      </dsp:nvSpPr>
      <dsp:spPr>
        <a:xfrm>
          <a:off x="1336922" y="2472372"/>
          <a:ext cx="8041640" cy="1046003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366744"/>
            <a:satOff val="-41737"/>
            <a:lumOff val="311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dirty="0" err="1">
              <a:solidFill>
                <a:srgbClr val="FFFFFF"/>
              </a:solidFill>
            </a:rPr>
            <a:t>Лесно</a:t>
          </a:r>
          <a:r>
            <a:rPr lang="en-US" sz="3100" b="0" i="0" kern="1200" dirty="0">
              <a:solidFill>
                <a:srgbClr val="FFFFFF"/>
              </a:solidFill>
            </a:rPr>
            <a:t> </a:t>
          </a:r>
          <a:r>
            <a:rPr lang="en-US" sz="3100" b="0" i="0" kern="1200" dirty="0" err="1">
              <a:solidFill>
                <a:srgbClr val="FFFFFF"/>
              </a:solidFill>
            </a:rPr>
            <a:t>за</a:t>
          </a:r>
          <a:r>
            <a:rPr lang="en-US" sz="3100" b="0" i="0" kern="1200" dirty="0">
              <a:solidFill>
                <a:srgbClr val="FFFFFF"/>
              </a:solidFill>
            </a:rPr>
            <a:t> </a:t>
          </a:r>
          <a:r>
            <a:rPr lang="en-US" sz="3100" b="0" i="0" kern="1200" dirty="0" err="1">
              <a:solidFill>
                <a:srgbClr val="FFFFFF"/>
              </a:solidFill>
            </a:rPr>
            <a:t>користење</a:t>
          </a:r>
          <a:endParaRPr lang="en-US" sz="3100" kern="1200" dirty="0">
            <a:solidFill>
              <a:srgbClr val="FFFFFF"/>
            </a:solidFill>
          </a:endParaRPr>
        </a:p>
      </dsp:txBody>
      <dsp:txXfrm>
        <a:off x="1367558" y="2503008"/>
        <a:ext cx="6637030" cy="984731"/>
      </dsp:txXfrm>
    </dsp:sp>
    <dsp:sp modelId="{6F402027-9E82-40F3-B2DE-A4785A4B1031}">
      <dsp:nvSpPr>
        <dsp:cNvPr id="0" name=""/>
        <dsp:cNvSpPr/>
      </dsp:nvSpPr>
      <dsp:spPr>
        <a:xfrm>
          <a:off x="2010409" y="3708559"/>
          <a:ext cx="8041640" cy="1046003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550117"/>
            <a:satOff val="-62605"/>
            <a:lumOff val="46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dirty="0" err="1">
              <a:solidFill>
                <a:srgbClr val="FFFFFF"/>
              </a:solidFill>
            </a:rPr>
            <a:t>Привлечно</a:t>
          </a:r>
          <a:r>
            <a:rPr lang="en-US" sz="3100" b="0" i="0" kern="1200" dirty="0">
              <a:solidFill>
                <a:srgbClr val="FFFFFF"/>
              </a:solidFill>
            </a:rPr>
            <a:t> </a:t>
          </a:r>
          <a:r>
            <a:rPr lang="en-US" sz="3100" b="0" i="0" kern="1200" dirty="0" err="1">
              <a:solidFill>
                <a:srgbClr val="FFFFFF"/>
              </a:solidFill>
            </a:rPr>
            <a:t>за</a:t>
          </a:r>
          <a:r>
            <a:rPr lang="en-US" sz="3100" b="0" i="0" kern="1200" dirty="0">
              <a:solidFill>
                <a:srgbClr val="FFFFFF"/>
              </a:solidFill>
            </a:rPr>
            <a:t> </a:t>
          </a:r>
          <a:r>
            <a:rPr lang="en-US" sz="3100" b="0" i="0" kern="1200" dirty="0" err="1">
              <a:solidFill>
                <a:srgbClr val="FFFFFF"/>
              </a:solidFill>
            </a:rPr>
            <a:t>студенти</a:t>
          </a:r>
          <a:endParaRPr lang="en-US" sz="3100" kern="1200" dirty="0" err="1">
            <a:solidFill>
              <a:srgbClr val="FFFFFF"/>
            </a:solidFill>
          </a:endParaRPr>
        </a:p>
      </dsp:txBody>
      <dsp:txXfrm>
        <a:off x="2041045" y="3739195"/>
        <a:ext cx="6626978" cy="984731"/>
      </dsp:txXfrm>
    </dsp:sp>
    <dsp:sp modelId="{C8DAC62E-DABE-413C-AFD7-D04806FC9F34}">
      <dsp:nvSpPr>
        <dsp:cNvPr id="0" name=""/>
        <dsp:cNvSpPr/>
      </dsp:nvSpPr>
      <dsp:spPr>
        <a:xfrm>
          <a:off x="7361737" y="801143"/>
          <a:ext cx="679902" cy="6799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7514715" y="801143"/>
        <a:ext cx="373946" cy="511626"/>
      </dsp:txXfrm>
    </dsp:sp>
    <dsp:sp modelId="{6557BE24-26A1-45AA-8690-7B37A8E84820}">
      <dsp:nvSpPr>
        <dsp:cNvPr id="0" name=""/>
        <dsp:cNvSpPr/>
      </dsp:nvSpPr>
      <dsp:spPr>
        <a:xfrm>
          <a:off x="8035224" y="2037330"/>
          <a:ext cx="679902" cy="6799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8188202" y="2037330"/>
        <a:ext cx="373946" cy="511626"/>
      </dsp:txXfrm>
    </dsp:sp>
    <dsp:sp modelId="{BFDC47E3-5CA0-4E54-A421-EECAF6B52F1E}">
      <dsp:nvSpPr>
        <dsp:cNvPr id="0" name=""/>
        <dsp:cNvSpPr/>
      </dsp:nvSpPr>
      <dsp:spPr>
        <a:xfrm>
          <a:off x="8698660" y="3273516"/>
          <a:ext cx="679902" cy="6799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8851638" y="3273516"/>
        <a:ext cx="373946" cy="5116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985DF1-C153-4E61-A16E-568E43C27C1C}">
      <dsp:nvSpPr>
        <dsp:cNvPr id="0" name=""/>
        <dsp:cNvSpPr/>
      </dsp:nvSpPr>
      <dsp:spPr>
        <a:xfrm>
          <a:off x="0" y="580"/>
          <a:ext cx="10052050" cy="1358114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55BE36-0D0C-427F-9759-A6A939608979}">
      <dsp:nvSpPr>
        <dsp:cNvPr id="0" name=""/>
        <dsp:cNvSpPr/>
      </dsp:nvSpPr>
      <dsp:spPr>
        <a:xfrm>
          <a:off x="410829" y="306156"/>
          <a:ext cx="746963" cy="746963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8DE936-2481-4C87-AB5E-496894BFA319}">
      <dsp:nvSpPr>
        <dsp:cNvPr id="0" name=""/>
        <dsp:cNvSpPr/>
      </dsp:nvSpPr>
      <dsp:spPr>
        <a:xfrm>
          <a:off x="1568622" y="580"/>
          <a:ext cx="8483427" cy="1358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734" tIns="143734" rIns="143734" bIns="14373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Language: C#</a:t>
          </a:r>
          <a:endParaRPr lang="en-US" sz="2500" b="1" kern="1200"/>
        </a:p>
      </dsp:txBody>
      <dsp:txXfrm>
        <a:off x="1568622" y="580"/>
        <a:ext cx="8483427" cy="1358114"/>
      </dsp:txXfrm>
    </dsp:sp>
    <dsp:sp modelId="{FBE48D71-248C-45A9-A315-CC679B2A2450}">
      <dsp:nvSpPr>
        <dsp:cNvPr id="0" name=""/>
        <dsp:cNvSpPr/>
      </dsp:nvSpPr>
      <dsp:spPr>
        <a:xfrm>
          <a:off x="0" y="1698224"/>
          <a:ext cx="10052050" cy="1358114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971C56-E25A-4E28-89DC-AAFD072E49C1}">
      <dsp:nvSpPr>
        <dsp:cNvPr id="0" name=""/>
        <dsp:cNvSpPr/>
      </dsp:nvSpPr>
      <dsp:spPr>
        <a:xfrm>
          <a:off x="410829" y="2003799"/>
          <a:ext cx="746963" cy="746963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162A1F-0835-455E-B27C-AA334F1C49AF}">
      <dsp:nvSpPr>
        <dsp:cNvPr id="0" name=""/>
        <dsp:cNvSpPr/>
      </dsp:nvSpPr>
      <dsp:spPr>
        <a:xfrm>
          <a:off x="1568622" y="1698224"/>
          <a:ext cx="8483427" cy="1358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734" tIns="143734" rIns="143734" bIns="14373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Framework: ASP.NET</a:t>
          </a:r>
          <a:endParaRPr lang="en-US" sz="2500" b="1" kern="1200"/>
        </a:p>
      </dsp:txBody>
      <dsp:txXfrm>
        <a:off x="1568622" y="1698224"/>
        <a:ext cx="8483427" cy="1358114"/>
      </dsp:txXfrm>
    </dsp:sp>
    <dsp:sp modelId="{BD2F4076-704E-4D32-9F07-A0EAC0050859}">
      <dsp:nvSpPr>
        <dsp:cNvPr id="0" name=""/>
        <dsp:cNvSpPr/>
      </dsp:nvSpPr>
      <dsp:spPr>
        <a:xfrm>
          <a:off x="0" y="3395867"/>
          <a:ext cx="10052050" cy="1358114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74FD9-5378-4C39-89B0-AE666A6C4A09}">
      <dsp:nvSpPr>
        <dsp:cNvPr id="0" name=""/>
        <dsp:cNvSpPr/>
      </dsp:nvSpPr>
      <dsp:spPr>
        <a:xfrm>
          <a:off x="410829" y="3701443"/>
          <a:ext cx="746963" cy="746963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5B6467-B52C-48B1-8999-7B1316423EA3}">
      <dsp:nvSpPr>
        <dsp:cNvPr id="0" name=""/>
        <dsp:cNvSpPr/>
      </dsp:nvSpPr>
      <dsp:spPr>
        <a:xfrm>
          <a:off x="1568622" y="3395867"/>
          <a:ext cx="8483427" cy="1358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734" tIns="143734" rIns="143734" bIns="14373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>
              <a:latin typeface="Bahnschrift Light"/>
            </a:rPr>
            <a:t>Architecture</a:t>
          </a:r>
          <a:r>
            <a:rPr lang="en-US" sz="2500" b="1" i="0" kern="1200"/>
            <a:t>: MVC (</a:t>
          </a:r>
          <a:r>
            <a:rPr lang="en-US" sz="2500" b="1" i="0" kern="1200">
              <a:latin typeface="Bahnschrift Light"/>
            </a:rPr>
            <a:t>Models-View-Controllers</a:t>
          </a:r>
          <a:r>
            <a:rPr lang="en-US" sz="2500" b="1" i="0" kern="1200"/>
            <a:t>)</a:t>
          </a:r>
          <a:endParaRPr lang="en-US" sz="2500" b="1" kern="1200"/>
        </a:p>
      </dsp:txBody>
      <dsp:txXfrm>
        <a:off x="1568622" y="3395867"/>
        <a:ext cx="8483427" cy="13581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5720" y="1605915"/>
            <a:ext cx="4480560" cy="246888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1480" y="4245427"/>
            <a:ext cx="3749040" cy="14630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5E30E4-6ABC-717D-EDA7-C6A92FCDB0F6}"/>
              </a:ext>
            </a:extLst>
          </p:cNvPr>
          <p:cNvSpPr>
            <a:spLocks noChangeAspect="1"/>
          </p:cNvSpPr>
          <p:nvPr userDrawn="1"/>
        </p:nvSpPr>
        <p:spPr>
          <a:xfrm>
            <a:off x="3069336" y="402336"/>
            <a:ext cx="6053328" cy="605332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6B797E-AAB7-2FA3-8ADB-E0218F350D22}"/>
              </a:ext>
            </a:extLst>
          </p:cNvPr>
          <p:cNvCxnSpPr>
            <a:cxnSpLocks/>
          </p:cNvCxnSpPr>
          <p:nvPr/>
        </p:nvCxnSpPr>
        <p:spPr>
          <a:xfrm flipV="1">
            <a:off x="6096000" y="0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586E34-FF91-68B8-CAEC-F84AD2DEEDB2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6455664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8CCB10-9F99-49CE-839A-D1D1C8B51CC8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72BBAB3-D3B1-A927-AFB7-E23615F2CD5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A581A57-E7BF-DC2D-2E40-FD3FB95BA77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8602E52-B25B-C787-B432-FAE138B19417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213978C-81F6-A536-CE48-A5BCDCD8424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3104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170C3BF-B703-4A66-2FFE-1FD2365D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0080"/>
            <a:ext cx="10058400" cy="77723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1884465-7638-4041-56EF-684A60E846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9848" y="1463040"/>
            <a:ext cx="10052050" cy="4754563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6F9D9E-FBB2-49D2-98A3-375E6DBB1458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5E13058-C9D5-FD2D-4E13-939A670076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2AF45BD-F4F0-4F29-C005-BA3BC8AF0A6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B8559CA-B25F-A779-165D-000F511BD53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076E1BB-25B4-D52E-01F1-44C64375D6F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C388FC-A0B6-481D-BEB4-876D3CFC3F7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950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20B57-74C2-7AD8-6E07-D29EE6A6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912" y="4597404"/>
            <a:ext cx="9784077" cy="980435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28025AC-332D-ADB0-3E96-03E4761BBC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8" y="5668963"/>
            <a:ext cx="9784842" cy="63976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8258" y="404999"/>
            <a:ext cx="10575485" cy="383680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1" b="-66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040831" y="4203335"/>
            <a:ext cx="349431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058B3-EEF2-4DD0-8865-E06070870E6E}" type="datetime1">
              <a:rPr lang="en-US" smtClean="0"/>
              <a:t>4/19/2026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904286-3DEB-9849-219D-A085C0024794}"/>
              </a:ext>
            </a:extLst>
          </p:cNvPr>
          <p:cNvCxnSpPr>
            <a:cxnSpLocks/>
          </p:cNvCxnSpPr>
          <p:nvPr/>
        </p:nvCxnSpPr>
        <p:spPr>
          <a:xfrm>
            <a:off x="803185" y="4267354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F7D0C-5069-E36A-74BE-09B74A8BDF5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A121A0-9E65-3E8B-DBB2-52D98873A8C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2B9F357-72AD-336C-0877-A0314E6529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373381C-AC31-FE63-FC5F-EFE48EAFF6B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3AEBC41-77CA-7255-DEC2-73C82A6D4E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0553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8D1A68-0FAC-B397-3F43-E7E6DB16F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5598" y="1126010"/>
            <a:ext cx="4668639" cy="3478778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E97102-355A-91BC-FF97-2F2F544144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4891711-2302-9D63-B25E-AF7AF07C3A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5598" y="4731335"/>
            <a:ext cx="4668642" cy="1193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91879C3-FF15-5DBC-60E1-15862E5236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7791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52" t="75" r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F24230-5D44-0E0B-741C-23E5B8A506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DDB1F5-9155-4128-9946-6808FE896B8C}" type="datetime1">
              <a:rPr lang="en-US" smtClean="0"/>
              <a:t>4/19/2026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F417E-29EA-8AA4-1FB6-094EEC6C1C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922217-2748-2314-B47E-D795069B2538}"/>
              </a:ext>
            </a:extLst>
          </p:cNvPr>
          <p:cNvCxnSpPr>
            <a:cxnSpLocks/>
          </p:cNvCxnSpPr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0D6AF0-B6F6-A093-A469-888C617C34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46E95A7-955E-FC5B-D104-EC6701D6FA6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5FC1A-7536-FA20-E5DC-2D810097554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B12FF6-F32F-DFCA-9885-6FE91F1A8A3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FE863DC-51BC-8D1D-3164-799EBBDAD6F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7141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E3D082D-5D35-2F9F-90C3-021CD215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18" y="782840"/>
            <a:ext cx="4572587" cy="3661142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AA1BC-11EF-D28B-C0E1-F2D685AF72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5B07658D-2C15-0859-FC14-231204836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8" y="4663439"/>
            <a:ext cx="4571996" cy="1380739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565B300-A92A-F114-82AF-D815794F430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9048" y="402336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7B55B-A218-74B5-0BEE-22235E9B8B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332D4F-69DA-447D-8D71-58933F8FE745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10BF7-333F-24FE-D2DF-7331FF96588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C99E2D-452C-18BB-7BBF-6B7623C54B61}"/>
              </a:ext>
            </a:extLst>
          </p:cNvPr>
          <p:cNvCxnSpPr/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9994A-73A8-CE11-7B98-7EA7C4CD1EA5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7A9A682-C17C-6F60-46E3-F77E33DAF30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5C5B78E-1DDD-2C3B-5815-0AA0E821DFC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1B8608-E98C-230E-455F-2EB092A04E7E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AD2C4CF-5F74-8957-6184-413A56C8EDF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3688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C0D6AF0-B6F6-A093-A469-888C617C34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46E95A7-955E-FC5B-D104-EC6701D6FA6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5FC1A-7536-FA20-E5DC-2D810097554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B12FF6-F32F-DFCA-9885-6FE91F1A8A3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FE863DC-51BC-8D1D-3164-799EBBDAD6F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922217-2748-2314-B47E-D795069B2538}"/>
              </a:ext>
            </a:extLst>
          </p:cNvPr>
          <p:cNvCxnSpPr>
            <a:cxnSpLocks/>
          </p:cNvCxnSpPr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DB7B0F2-3D52-79E2-8444-B82E34B5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786384"/>
            <a:ext cx="4668637" cy="3460492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E97102-355A-91BC-FF97-2F2F544144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91879C3-FF15-5DBC-60E1-15862E5236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7791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52" t="75" r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944F125D-7632-1E4B-E35B-4A1B552FC8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5599" y="4663439"/>
            <a:ext cx="4668641" cy="1380744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F24230-5D44-0E0B-741C-23E5B8A506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F8211FF-1EED-4E40-908A-D3076C331B06}" type="datetime1">
              <a:rPr lang="en-US" smtClean="0"/>
              <a:t>4/19/2026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F417E-29EA-8AA4-1FB6-094EEC6C1C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57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08E949C-4552-505B-2374-1AD98378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7" y="786382"/>
            <a:ext cx="7589520" cy="3474721"/>
          </a:xfrm>
        </p:spPr>
        <p:txBody>
          <a:bodyPr>
            <a:noAutofit/>
          </a:bodyPr>
          <a:lstStyle>
            <a:lvl1pPr>
              <a:defRPr sz="7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96AD6200-A62D-83E5-67FF-7C9D21BC40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7" y="4480561"/>
            <a:ext cx="6655519" cy="1563618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804AD26-BCB3-4DA6-A1C8-F71900B8E385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F68E49-FB2F-EE46-BBC5-687EFFAC5B44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A684535-D8D6-3C5C-2F48-CF561A535894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053CEFA-651F-E217-0B0C-E52881B35E2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1F9794-829E-FFF3-35B9-FBE5704507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1C86891-1380-AD13-7BB7-52F437FF17F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9315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89E9313-4D10-F4B7-8D91-79EDA5D77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4" y="1073329"/>
            <a:ext cx="7876287" cy="3592629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9CF64426-6D11-A40D-4E5E-20B779D81E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7" y="4715111"/>
            <a:ext cx="7375466" cy="1014984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32C9C-9A8F-446B-8187-09132D1A46A0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4162085-B82B-D70C-0D7A-22C4D7233FBB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B9AC621-2F3F-131D-52E8-A4984237541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C01039-2702-D6CF-0CAF-7BDB73F165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76C98EB-F220-E16C-9F07-94D78E1A0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F953B0C-5FF3-5CCF-848F-BB45DDA545A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0300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005840"/>
            <a:ext cx="9601200" cy="2621154"/>
          </a:xfrm>
        </p:spPr>
        <p:txBody>
          <a:bodyPr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3749039"/>
            <a:ext cx="9601200" cy="210312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6F82F-1CA0-4CF2-91A1-388896177AD5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52FAD7B-9B0A-857E-5CD0-3E3F44C18648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00D7A0C-A4FC-D6C3-FB54-CEA8FB8E533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A9338F-57CD-1C5E-080E-1648C5C9F9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9DEB5BD-7064-53F1-55A5-85BC50666D0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943BB38-B6FB-D943-9359-FE7ED3ABB29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52662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0040" y="2103120"/>
            <a:ext cx="3931920" cy="2011680"/>
          </a:xfrm>
        </p:spPr>
        <p:txBody>
          <a:bodyPr anchor="b" anchorCtr="0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400" y="4177393"/>
            <a:ext cx="2743200" cy="109728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539BFE6-4C9C-5B1E-ED2D-D672723D9480}"/>
              </a:ext>
            </a:extLst>
          </p:cNvPr>
          <p:cNvGrpSpPr/>
          <p:nvPr userDrawn="1"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E4F5756-0D00-A0C9-4813-70C9B7C191EE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B2B78D9-04A0-2DE2-227F-950F1640461C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F1CFAC1-EF4C-3A94-56C0-11F4FA3BBF8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8629CBD-3927-3D28-1F30-9F6EA745382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588387A3-E4C6-1FA3-B53D-8321DABF7F57}"/>
              </a:ext>
            </a:extLst>
          </p:cNvPr>
          <p:cNvSpPr/>
          <p:nvPr userDrawn="1"/>
        </p:nvSpPr>
        <p:spPr>
          <a:xfrm>
            <a:off x="3635480" y="966343"/>
            <a:ext cx="4921041" cy="4921041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D347A20-E5CE-D48A-532A-43A9AE6D845E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10530ED-939C-9AE3-E2AA-C67A3BAE230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1E0B585-5421-AB6C-F2B4-387F4FCC3B8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7F59087-71C3-F7D4-40F9-C5030341EBF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11F614F-4E8C-C510-F9CA-18D5C8F8000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882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1143000"/>
            <a:ext cx="7772400" cy="4572000"/>
          </a:xfrm>
        </p:spPr>
        <p:txBody>
          <a:bodyPr anchor="ctr" anchorCtr="0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F69A2-4F59-479F-BEF2-69F2219A16C9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F319F3-7ADB-A297-31E7-B4ECAED75F6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342D09D-B576-2CDA-0E02-F693119B459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FE4725A-AB5F-A233-599A-4D9D5792EF7D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E93BF32-D165-B68D-46A9-E4857CC06E9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DFA350C-9C20-0040-6C52-924473C264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308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7160" y="1463040"/>
            <a:ext cx="4297680" cy="3931920"/>
          </a:xfrm>
        </p:spPr>
        <p:txBody>
          <a:bodyPr anchor="ctr" anchorCtr="0">
            <a:normAutofit/>
          </a:bodyPr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B12F-C5D8-43C4-BBB0-DAFB57DF07E7}" type="datetime1">
              <a:rPr lang="en-US" smtClean="0"/>
              <a:t>4/19/2026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364D07C-30EB-180E-ECA5-7D994FB6B458}"/>
              </a:ext>
            </a:extLst>
          </p:cNvPr>
          <p:cNvGrpSpPr/>
          <p:nvPr/>
        </p:nvGrpSpPr>
        <p:grpSpPr>
          <a:xfrm>
            <a:off x="801384" y="402336"/>
            <a:ext cx="10591869" cy="6053328"/>
            <a:chOff x="801384" y="402336"/>
            <a:chExt cx="10591869" cy="605332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04066B-2A84-9323-C5DA-5B348302F4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9336" y="402336"/>
              <a:ext cx="6053328" cy="605332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ADA6AEC-ECB3-F1C7-E764-B8ADFE06411F}"/>
                </a:ext>
              </a:extLst>
            </p:cNvPr>
            <p:cNvCxnSpPr>
              <a:cxnSpLocks/>
            </p:cNvCxnSpPr>
            <p:nvPr/>
          </p:nvCxnSpPr>
          <p:spPr>
            <a:xfrm>
              <a:off x="80138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80DB266-E37E-7698-DB7E-6D9E94BDFA72}"/>
                </a:ext>
              </a:extLst>
            </p:cNvPr>
            <p:cNvCxnSpPr>
              <a:cxnSpLocks/>
            </p:cNvCxnSpPr>
            <p:nvPr/>
          </p:nvCxnSpPr>
          <p:spPr>
            <a:xfrm>
              <a:off x="912266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19D4A54-15D9-3C99-7553-173F66B741B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44712B6-CD65-6015-EC36-F8A05F355A6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082FE47-168D-894B-9992-69DDA276429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CB7F1E8-9C58-EB4B-7C58-F14781D8EA5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20AA4AF-279E-969C-C602-1D4B7466E4B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563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0040" y="1645920"/>
            <a:ext cx="3931920" cy="3566160"/>
          </a:xfrm>
        </p:spPr>
        <p:txBody>
          <a:bodyPr anchor="ctr" anchorCtr="0">
            <a:normAutofit/>
          </a:bodyPr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E280-1FAF-431A-AFCC-652D1D768935}" type="datetime1">
              <a:rPr lang="en-US" smtClean="0"/>
              <a:t>4/19/2026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2419B5-61E2-FD73-4DC0-6BD4FEA22BC7}"/>
              </a:ext>
            </a:extLst>
          </p:cNvPr>
          <p:cNvGrpSpPr/>
          <p:nvPr/>
        </p:nvGrpSpPr>
        <p:grpSpPr>
          <a:xfrm>
            <a:off x="3357372" y="400050"/>
            <a:ext cx="5477256" cy="6053507"/>
            <a:chOff x="3357372" y="400050"/>
            <a:chExt cx="5477256" cy="605350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04066B-2A84-9323-C5DA-5B348302F4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7372" y="690372"/>
              <a:ext cx="5477256" cy="5477256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90D9250-FE41-6A62-63E0-45557F7A821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050"/>
              <a:ext cx="0" cy="2903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FB5D07D-F48B-B558-CC22-73A8D1D25CE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163235"/>
              <a:ext cx="0" cy="2903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A553EE4-7656-051D-B9EA-5CE4DF67F1B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B995F0C-E3CB-71F5-AA4A-3E0C2250F6D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4E96190-C8C5-5A5E-583F-A1FA14CA530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333EFCA-48D0-CA03-8F58-5201249ED94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38BC0BD-74F3-CF74-E3F6-B1AB0632536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1273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7160" y="1463040"/>
            <a:ext cx="4297680" cy="3931920"/>
          </a:xfrm>
        </p:spPr>
        <p:txBody>
          <a:bodyPr anchor="ctr" anchorCtr="0">
            <a:normAutofit/>
          </a:bodyPr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B1AC0-F140-4CFD-8DB3-1250D01F4A17}" type="datetime1">
              <a:rPr lang="en-US" smtClean="0"/>
              <a:t>4/19/2026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04066B-2A84-9323-C5DA-5B348302F471}"/>
              </a:ext>
            </a:extLst>
          </p:cNvPr>
          <p:cNvSpPr>
            <a:spLocks noChangeAspect="1"/>
          </p:cNvSpPr>
          <p:nvPr/>
        </p:nvSpPr>
        <p:spPr>
          <a:xfrm>
            <a:off x="3069336" y="402336"/>
            <a:ext cx="6053328" cy="605332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1BE2BD-7F8B-7C22-CFB1-672436A435C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096000" y="0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605ED7-A153-EC6F-5FAD-36B4B4358E06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6096000" y="6455664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3C8215DB-D097-7C38-9C71-D1CFEFEF6A85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A25622-E70C-87A2-8948-57015501A771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BC90E86-9351-B357-1E5C-6FFBE66DCF8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002D9F6-1ABE-59A5-65EE-083DC0F5BBA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95F9938-96CE-D789-BC11-3480B8489FD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917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32" y="862335"/>
            <a:ext cx="4389120" cy="512064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47100" y="816615"/>
            <a:ext cx="4389120" cy="5212080"/>
          </a:xfrm>
        </p:spPr>
        <p:txBody>
          <a:bodyPr anchor="ctr" anchorCtr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9D700C-85B2-47B3-997E-E13950E22DFB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97BF5B-32BC-BBD0-CF2F-278F9759F7B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B8C6683-0AEB-503B-BAF1-51DAAF22F621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B2043B3-B90B-491D-9203-45C5F867EC8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E574BD-DC36-6D57-B675-4DC205A2F99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D0042C9-94A3-B61B-E948-DEAD329E857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93BD77-3686-B555-2FC0-ACF67E598393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065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623" y="822960"/>
            <a:ext cx="4342337" cy="2103120"/>
          </a:xfrm>
        </p:spPr>
        <p:txBody>
          <a:bodyPr anchor="t" anchorCtr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9E984F9-2199-EBFA-F2CC-8763C190A20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3699909B-C939-96B1-BC6D-ADAB553102E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672" y="402336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r="1" b="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00623" y="3834765"/>
            <a:ext cx="4343400" cy="2103120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143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7429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52F3B9-F3FC-C6BA-2D5C-232401B1DDB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80006D-ECDF-498D-B49A-7AD8A8EE5B1D}" type="datetime1">
              <a:rPr lang="en-US" smtClean="0"/>
              <a:t>4/19/2026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AA914D9-9468-7038-39C3-3B639A66D8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20CE65A-BB1E-AC85-3441-39F20A18F2A5}"/>
              </a:ext>
            </a:extLst>
          </p:cNvPr>
          <p:cNvGrpSpPr/>
          <p:nvPr/>
        </p:nvGrpSpPr>
        <p:grpSpPr>
          <a:xfrm>
            <a:off x="6093848" y="402336"/>
            <a:ext cx="5297241" cy="6053328"/>
            <a:chOff x="6093848" y="402336"/>
            <a:chExt cx="5297241" cy="60533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B186CB7-6AEB-B743-4514-FD48EC8624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3848" y="3425476"/>
              <a:ext cx="529724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6BA0EC0-9334-E3BD-A943-2A6CE641D18A}"/>
                </a:ext>
              </a:extLst>
            </p:cNvPr>
            <p:cNvCxnSpPr/>
            <p:nvPr/>
          </p:nvCxnSpPr>
          <p:spPr>
            <a:xfrm>
              <a:off x="6099748" y="402336"/>
              <a:ext cx="0" cy="60533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E199F47-2C0A-4C3F-B557-642A89A02175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87DDCC1-3A31-C96B-B944-3D034E35CE5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521C807-39D4-D4AA-9527-8658CEF781D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E28386-8201-E969-93C4-035054A6593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15476B2-B1B9-0305-3417-F5958B27BB8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3378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52" y="816615"/>
            <a:ext cx="4297680" cy="521208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79C5E13-DAC4-195E-1928-8B3D9E93B84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4000" y="2184400"/>
            <a:ext cx="4298950" cy="2468563"/>
          </a:xfrm>
        </p:spPr>
        <p:txBody>
          <a:bodyPr anchor="ctr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60E92D-E4AA-41FD-9964-35C75C9EC117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D4AF90E-26F2-BCC1-1730-ECA670AFE5A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87397F7-ED9A-8F00-3F67-261E1D3015B7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A2613-2C66-F678-F8F9-98BC7AA76A7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9C37B4F-9C8D-F842-D910-EFB122B37BA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9ABB5DB-6C07-7796-F8FD-C5EF39B54DC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1FF3CE0-FE95-A5D4-5EF7-60EA03431A10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571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52" y="816615"/>
            <a:ext cx="4297680" cy="521208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9369" y="1045029"/>
            <a:ext cx="3900879" cy="4663440"/>
          </a:xfrm>
        </p:spPr>
        <p:txBody>
          <a:bodyPr anchor="ctr" anchorCtr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6A85BB-A416-4D3A-9A4F-C028C19B4D1D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2062BE-564D-E723-4D32-E97A7D6D9BFF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24391A-72C8-59EB-093A-7DB51C79B077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EFAD0B9-5EED-C0C3-D1D9-648F10ED7BE6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BB9583C-8B41-3D50-9FDD-E26958D31AFD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FEAC0D2-6922-25FF-877D-8CDA3D65C5E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28399D9-F337-D887-E4B6-C348B7A9629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2314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32" y="816615"/>
            <a:ext cx="4389120" cy="521208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BC836E-EE23-E8E8-F704-10EB1EBA07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45248" y="816615"/>
            <a:ext cx="4389104" cy="5224768"/>
          </a:xfrm>
        </p:spPr>
        <p:txBody>
          <a:bodyPr anchor="ctr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4575EC-B9BE-45B3-8586-C8BE8EAAAFBE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35B3E4-3247-E935-5816-43C07DF6498F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0567FB-D8E5-4494-8865-28151857CC4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12D679A-B370-3459-D826-984A8FAAB54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A0B87DB-56D9-FC57-14D7-948086B86C1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510EE14-987F-5583-91B2-3C68EE913C1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1296E2B-A6A5-A82B-D158-69450A5EA39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0716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BE259E-88AB-BB2B-BAA5-9AF1880F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0080"/>
            <a:ext cx="10058400" cy="7315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63040"/>
            <a:ext cx="10058400" cy="438912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06CAD2-7B03-4F77-BEED-A9CE4E90E52C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FE2746-CBB4-791D-92ED-7D4BA96D0C9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72F8CD-9781-5B69-6A2F-ACD2927779DB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209B7C8-C55B-17E4-6C60-9C15BB7A632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F0942E2-D6E0-4A3B-CF5E-C7A8F0B917C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A5B6906-9443-FEB0-23E3-78142F3660A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16349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33C509E-C7AC-2821-160D-02A10B584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640080"/>
            <a:ext cx="10058400" cy="731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3C0EFA-B5AE-CA80-DC77-DA3E8AC5A30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69975" y="1463675"/>
            <a:ext cx="10052050" cy="4754563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993171-6682-4BC9-9945-966126AB4B59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0433CD-47AD-50BF-BD73-0A8881E7799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453102-CF88-5F5D-F01F-D55DFF9F821B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0331B85-F551-1D98-E249-E17615E9AA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F1728A5-B526-3330-7A6A-8E6E4F5AB12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48EDDF-9CB1-4C44-B1E2-CC97C6F10B3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8049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5002" y="786386"/>
            <a:ext cx="2769913" cy="196596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60F07FB-C605-C475-2466-273F0A3662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6510"/>
            <a:ext cx="6984300" cy="605688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278" t="9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25002" y="2899068"/>
            <a:ext cx="2769913" cy="315426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67EAB-987E-5A82-3A52-4B05A2268E0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AA9ECC-469F-4B8E-BD34-07C4E8D3E99E}" type="datetime1">
              <a:rPr lang="en-US" smtClean="0"/>
              <a:t>4/19/2026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B01B09-0705-352B-A1FA-3E626EF0691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B4D60-2464-A9C4-215B-159431C1081B}"/>
              </a:ext>
            </a:extLst>
          </p:cNvPr>
          <p:cNvCxnSpPr/>
          <p:nvPr/>
        </p:nvCxnSpPr>
        <p:spPr>
          <a:xfrm>
            <a:off x="7790269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F5C2EA-B780-9C9C-77C2-9C6E76A4045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856C059-7605-4C77-F758-743839E0750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DD5A105-823E-7F57-9BD9-B921E9D0B77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12C3FE9-B32A-64E0-FF0E-729AFCAC0FF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29F84BA-E3BA-190A-D926-B57563866DF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7093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6"/>
            <a:ext cx="2733933" cy="196596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60F07FB-C605-C475-2466-273F0A3662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2899068"/>
            <a:ext cx="2733933" cy="315426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7207" y="396510"/>
            <a:ext cx="6984300" cy="605688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278" t="9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67EAB-987E-5A82-3A52-4B05A2268E0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DBD8752-7BE3-4D87-B742-4591FA880F2B}" type="datetime1">
              <a:rPr lang="en-US" smtClean="0"/>
              <a:t>4/19/2026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B01B09-0705-352B-A1FA-3E626EF0691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B4D60-2464-A9C4-215B-159431C1081B}"/>
              </a:ext>
            </a:extLst>
          </p:cNvPr>
          <p:cNvCxnSpPr/>
          <p:nvPr/>
        </p:nvCxnSpPr>
        <p:spPr>
          <a:xfrm>
            <a:off x="439244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306094-CD46-FD37-15EF-7C5ED43D2E0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313FC44-1419-B29C-2719-5D21B5FAB87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E635384-8C2F-F008-F19F-E7277C4CD82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F94D592-13C7-2B81-775C-17CEE45C682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AAC0629-36FF-17F3-D1B6-1FFADC425E4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4693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4292076"/>
            <a:ext cx="3291840" cy="1737355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400050"/>
            <a:ext cx="10561320" cy="3602303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-1756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63440" y="4292076"/>
            <a:ext cx="6309360" cy="173736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CE330D-E58C-4D6F-87CB-0ADC053EF516}" type="datetime1">
              <a:rPr lang="en-US" smtClean="0"/>
              <a:t>4/19/2026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41AB78-00EA-C6DB-5859-59235D680038}"/>
              </a:ext>
            </a:extLst>
          </p:cNvPr>
          <p:cNvCxnSpPr>
            <a:cxnSpLocks/>
          </p:cNvCxnSpPr>
          <p:nvPr/>
        </p:nvCxnSpPr>
        <p:spPr>
          <a:xfrm>
            <a:off x="803185" y="4018394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402F3EE-5A8F-A913-E4A4-DE5F2B1F2E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FB51874-0819-129D-10E6-493F10681A3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DDD5B01-D5A3-844C-1227-68F4BC23071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2B9A768-047B-4797-F4FA-1949EC09586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CE28C1-4A24-5039-21A3-CAB1FFE878C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843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3291840" cy="1737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63440" y="786384"/>
            <a:ext cx="6309360" cy="173736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255FBD2-735E-C257-607E-CB2F585DBB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5340" y="2831629"/>
            <a:ext cx="10561320" cy="3602303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-1756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CBDE9E-F3D4-4B19-8A53-22190533DBA9}" type="datetime1">
              <a:rPr lang="en-US" smtClean="0"/>
              <a:t>4/19/2026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41AB78-00EA-C6DB-5859-59235D680038}"/>
              </a:ext>
            </a:extLst>
          </p:cNvPr>
          <p:cNvCxnSpPr>
            <a:cxnSpLocks/>
          </p:cNvCxnSpPr>
          <p:nvPr/>
        </p:nvCxnSpPr>
        <p:spPr>
          <a:xfrm>
            <a:off x="803185" y="2802870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402F3EE-5A8F-A913-E4A4-DE5F2B1F2E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FB51874-0819-129D-10E6-493F10681A3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DDD5B01-D5A3-844C-1227-68F4BC23071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2B9A768-047B-4797-F4FA-1949EC09586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CE28C1-4A24-5039-21A3-CAB1FFE878C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2788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0" y="786385"/>
            <a:ext cx="3291840" cy="1499615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4FEC1-7004-7D66-39C0-5B3A0B2E46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3" y="400050"/>
            <a:ext cx="6452176" cy="6052952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39" t="38" r="-12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0" y="2468880"/>
            <a:ext cx="3291840" cy="3549735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FF019D-CA37-05FF-D534-08FDF17D319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6E3DFD-9373-4D4B-850F-63D341DA0F43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82A8A-3017-C293-CAA4-79DAC74143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BCF003-D6AC-D9E0-C254-602FAE60278B}"/>
              </a:ext>
            </a:extLst>
          </p:cNvPr>
          <p:cNvCxnSpPr/>
          <p:nvPr/>
        </p:nvCxnSpPr>
        <p:spPr>
          <a:xfrm>
            <a:off x="7267016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980CB927-6193-3B14-8326-BBA8970C4F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BDFF263-1BF6-293B-B046-2941778BCA54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DA48FB5-B732-D35D-2F75-840EFFCA6EF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64D5118-DFE8-485E-6BE3-B042C0129B0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C779D56-9125-9DD5-D919-9FBC4DE4C9C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8883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2" y="790302"/>
            <a:ext cx="3291840" cy="1499616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358B6-BD90-E536-E301-EAF518F93DD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2468880"/>
            <a:ext cx="3291840" cy="354787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25692" y="402336"/>
            <a:ext cx="6455664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271" t="1" r="-2" b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65757A-4818-B0C9-F86A-A70480EA9B0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372CCE-8ACD-4161-8346-DACD1EF5A0E1}" type="datetime1">
              <a:rPr lang="en-US" smtClean="0"/>
              <a:t>4/19/2026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B5840-4614-F082-0EE8-166E877279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BE0255-54E9-B23E-623C-F5C3D5397CDC}"/>
              </a:ext>
            </a:extLst>
          </p:cNvPr>
          <p:cNvCxnSpPr/>
          <p:nvPr/>
        </p:nvCxnSpPr>
        <p:spPr>
          <a:xfrm>
            <a:off x="4911667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7B048E29-F249-FCD5-75C6-EF3AD539208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B581520-7C65-58B5-6A72-4A87A2886B4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6D33EF2-FCD9-64BB-D5BD-71A6C1A0BCA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74CC74B-22E1-1F2A-8B43-52BB3A2671A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133C6DA-321C-7253-1FDF-F238DBFA8DA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2167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7" y="786384"/>
            <a:ext cx="5456295" cy="100584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9D9456A-3FB8-5960-7F55-D6B686CFFC7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7" y="1920240"/>
            <a:ext cx="5456295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78133" y="402336"/>
            <a:ext cx="4307415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549" r="-154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242EA1D-81E7-620D-1BD8-6D18329BD22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2DC4B6-A5C7-4299-BE6B-389F940BF10A}" type="datetime1">
              <a:rPr lang="en-US" smtClean="0"/>
              <a:t>4/19/2026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81505A7-ADCB-6529-BE02-48BD8F2CFD0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A70D03-884A-50D9-2A83-C93ADDD49A38}"/>
              </a:ext>
            </a:extLst>
          </p:cNvPr>
          <p:cNvCxnSpPr/>
          <p:nvPr/>
        </p:nvCxnSpPr>
        <p:spPr>
          <a:xfrm>
            <a:off x="705444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69C2927C-12EE-49B3-DF99-04A869F1E1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0EFC1CE-B3AD-ED82-4797-595D2898220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42A2DBA-4EA6-1D56-360C-A2123A287B6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81C874-21DE-792C-9FEE-BF48EECBBC6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86A35DD-6C6E-B96F-0038-DD2CD277792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15732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0" y="786384"/>
            <a:ext cx="5394960" cy="100584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26D65-1470-5355-C0AB-4C755AE3646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26947C16-472E-02E4-EE92-74FC49AB38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1700" y="402336"/>
            <a:ext cx="4382592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123" t="151" r="-225" b="-15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77840" y="1920240"/>
            <a:ext cx="539496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103F24-F909-9BD0-1CE0-3AFA9296B69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79A547C-B58D-4D18-BEA3-0C0DB6BD3221}" type="datetime1">
              <a:rPr lang="en-US" smtClean="0"/>
              <a:t>4/19/2026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47767-378C-917C-1CEA-C28D4F2BD42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B8D92F-DD5D-21B4-7D10-80457CCEDEC0}"/>
              </a:ext>
            </a:extLst>
          </p:cNvPr>
          <p:cNvCxnSpPr/>
          <p:nvPr/>
        </p:nvCxnSpPr>
        <p:spPr>
          <a:xfrm>
            <a:off x="5185777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63C3FE30-EF8F-C27D-E8AB-BB565902B9F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DB333B6-9BB2-24CF-B636-1E04F141121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9F5CADF-5A1B-0BEC-D60A-C6D3AF70F25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85755C8-3D3B-E5E6-1F70-528A7BCA65A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E6F374D-A3D9-FD1D-A133-794607CFD75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0648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3749040"/>
            <a:ext cx="2834640" cy="228600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C31E5265-51B9-0DA3-10B4-945EE495174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406401"/>
            <a:ext cx="10561320" cy="2987416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44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0" y="3749040"/>
            <a:ext cx="6858000" cy="228600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168D35D-CEAF-4137-A955-9C5E00AC9944}" type="datetime1">
              <a:rPr lang="en-US" smtClean="0"/>
              <a:t>4/19/2026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7DF89E-6618-A2A2-BC84-986CED89FCC1}"/>
              </a:ext>
            </a:extLst>
          </p:cNvPr>
          <p:cNvCxnSpPr>
            <a:cxnSpLocks/>
          </p:cNvCxnSpPr>
          <p:nvPr/>
        </p:nvCxnSpPr>
        <p:spPr>
          <a:xfrm>
            <a:off x="803185" y="3412227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A396D86-8A66-3FA9-3546-3A1F8577907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D844445-C27C-0A5B-2D4A-490DC1664AD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629BDA0-67DC-312E-1148-3B3D607358C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B6FA474-6534-5F04-1B35-0A8CB67144C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C3F2445-DE75-8F1D-AF29-50897C3A8D1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4731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2834640" cy="21945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C41AE8B-FC59-39B1-281C-D38D03D05B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0" y="786384"/>
            <a:ext cx="6858000" cy="219456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3461829"/>
            <a:ext cx="10561320" cy="2987416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628" b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B489A-1FCE-1E30-E1BC-2F89D0AEA64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F91EA9C-EC16-43EE-A29B-062A230E37BE}" type="datetime1">
              <a:rPr lang="en-US" smtClean="0"/>
              <a:t>4/19/2026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037D5D-163A-01CE-9AE6-33821E23DCC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0730B6-4EF5-7F9C-E6DB-635C947CFEE3}"/>
              </a:ext>
            </a:extLst>
          </p:cNvPr>
          <p:cNvCxnSpPr>
            <a:cxnSpLocks/>
          </p:cNvCxnSpPr>
          <p:nvPr/>
        </p:nvCxnSpPr>
        <p:spPr>
          <a:xfrm>
            <a:off x="803185" y="3443041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91AE5A9-CF62-A508-3C2C-E3BE594AC2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CCEFB20-F364-CF05-360F-6CC5D88ACC5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1BD6A10-DA26-A78C-A5C9-6E848476002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879492A-67D3-53D1-F50F-DBC8A33D245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72D47D6-60C0-53E4-BD56-F71C892CDD5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5723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786384"/>
            <a:ext cx="5669280" cy="9144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D0F53A5-B7B2-D195-CE9A-F93E7073A7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5544" y="400051"/>
            <a:ext cx="4098966" cy="605295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" r="-52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566928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DA056-F89A-AE3C-C34A-38BEC58691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86C7AF-36E7-4A52-B4F7-734BAFD8A4CC}" type="datetime1">
              <a:rPr lang="en-US" smtClean="0"/>
              <a:t>4/19/2026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CEB9FDE-D96C-0906-A793-822DD355B40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DB4CF5-18AD-6BFC-8AA3-4292C4318D77}"/>
              </a:ext>
            </a:extLst>
          </p:cNvPr>
          <p:cNvCxnSpPr>
            <a:cxnSpLocks/>
          </p:cNvCxnSpPr>
          <p:nvPr/>
        </p:nvCxnSpPr>
        <p:spPr>
          <a:xfrm>
            <a:off x="491210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2AFAE229-30B5-59F6-95B3-5A0028AA9F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F9983B3-9D4B-C7C3-42B6-FC4112EDA17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9FE12F5-E33A-8435-EC5D-4056ACEF775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30088E3-D111-48BB-2932-C12F38A348E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419E4F3-5171-B07A-3705-6FF5F7EC506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7896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5669280" cy="9144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169C89B-17A4-F382-1720-170DCCD7B6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828800"/>
            <a:ext cx="566928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226A60F8-6BFE-EE58-8E8B-8E42FCDABF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80239" y="400051"/>
            <a:ext cx="4098966" cy="605295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r="-198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58DE0-8FDC-961F-A73B-ED321A160D7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9F9EED-93FB-47F3-9562-1436657BF9C0}" type="datetime1">
              <a:rPr lang="en-US" smtClean="0"/>
              <a:t>4/19/2026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E6F948F-9E87-C016-444D-D9F266B8C9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42AE50-E725-8CC9-C210-91ADF8C0F6FE}"/>
              </a:ext>
            </a:extLst>
          </p:cNvPr>
          <p:cNvCxnSpPr/>
          <p:nvPr/>
        </p:nvCxnSpPr>
        <p:spPr>
          <a:xfrm>
            <a:off x="7258461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CFCB2DB0-8C6B-DBBA-F594-AC4F2954C42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DB4D22E-4E74-6984-AF14-681AA8D9125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0E9A215-4EBA-4F98-1C96-43269B57F2F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DB5B197-9DE8-9BBC-A47D-F378F717E43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B835935-392C-76CA-C57F-44990EBEB0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1884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7009" y="1645921"/>
            <a:ext cx="4777774" cy="440031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0" t="120" b="-8976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0" y="1645920"/>
            <a:ext cx="4572000" cy="4572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2821E9-9F8C-4BDA-BDAE-826252E0F21A}" type="datetime1">
              <a:rPr lang="en-US" smtClean="0"/>
              <a:t>4/19/2026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444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7008" y="1645920"/>
            <a:ext cx="5987920" cy="4400319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3" t="5" r="302" b="-8984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2654" y="1645920"/>
            <a:ext cx="3380146" cy="438912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80AD10E-AA22-4A1A-88F6-F4B2C3E6FE7A}" type="datetime1">
              <a:rPr lang="en-US" smtClean="0"/>
              <a:t>4/19/2026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2486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645920"/>
            <a:ext cx="4572000" cy="4572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D69BDBE1-5F80-669A-1B59-BD1E8D2515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1963" y="1645921"/>
            <a:ext cx="4777774" cy="440031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0" t="-4" r="100" b="-8973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C57D5A-EE81-4EB8-9DAF-ABC5A6DD5008}" type="datetime1">
              <a:rPr lang="en-US" smtClean="0"/>
              <a:t>4/19/2026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4374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388" y="786385"/>
            <a:ext cx="7772400" cy="9144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2A0CE-6B73-A9EE-CD61-DA01E0E315A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3" y="393289"/>
            <a:ext cx="2084255" cy="6051054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91" t="148" r="-487" b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09388" y="1828800"/>
            <a:ext cx="777240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48AFF-3397-202B-9BA6-6E2E52FB96B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F1C996-E939-49D2-ACF0-1DAA697D4C26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641B0-A410-A060-9C4C-10246CEEB00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926A3E-707E-8CA6-DFD9-FDE70CA34896}"/>
              </a:ext>
            </a:extLst>
          </p:cNvPr>
          <p:cNvCxnSpPr>
            <a:cxnSpLocks/>
          </p:cNvCxnSpPr>
          <p:nvPr/>
        </p:nvCxnSpPr>
        <p:spPr>
          <a:xfrm>
            <a:off x="2899086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5F551DA-7593-8CE8-512A-2CF19A5FEED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E1E5FA2-0258-F65F-0046-4F63C680164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7C2681D-C958-88C3-4FE4-BD36D597EB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6A1CB91-86F4-F718-46CE-4C26351E5D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B704D5-99FF-334E-D340-F640FC2846D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7275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7772400" cy="9144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10D14-6E1B-BEBD-9ECF-6FD664E6D6C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828800"/>
            <a:ext cx="777240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B0662064-5DE4-D3A3-3200-46801CAA7B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287478" y="393289"/>
            <a:ext cx="2084255" cy="6051054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92" t="148" r="-748" b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CB399-7148-CC45-1784-53BEB83227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C634302-EDB4-4C38-AE4F-99E11593A1F0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103136-9022-B685-BD72-AA2F8D6F1D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D7FB67-CB66-8B73-E144-D9B0FD1BF4CC}"/>
              </a:ext>
            </a:extLst>
          </p:cNvPr>
          <p:cNvCxnSpPr/>
          <p:nvPr/>
        </p:nvCxnSpPr>
        <p:spPr>
          <a:xfrm>
            <a:off x="9250563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C050196-5CDD-7D23-C735-405CCFDE0F5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915F7F2-4F99-DBC2-59AE-D63FDE09B1F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337699A-63EB-A2E6-B9B8-E85B7B64F0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0BE2E12-53E7-56D7-104B-F918B8D5372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CBDF578-3A17-02BF-93ED-AF5F8E7F4A5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8689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108" y="786384"/>
            <a:ext cx="4023360" cy="128016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20455" y="2396086"/>
            <a:ext cx="4070907" cy="3637825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1" b="-11100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69280" y="786384"/>
            <a:ext cx="5303520" cy="530352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8A9400-0F8A-40AD-9C7D-D04C05A686BB}" type="datetime1">
              <a:rPr lang="en-US" smtClean="0"/>
              <a:t>4/19/2026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49E27E-A638-3E50-4392-58116C1AACD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22E0D86-7613-34C8-CDC4-C77532A2263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AB29EB0-E237-1D57-CA8E-EAD308E9C0C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86316C5-C89C-53D5-EDF8-06B3752F88A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22B727D-16F7-192C-BDC7-987EE4A4BF9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45767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108" y="786384"/>
            <a:ext cx="2834640" cy="1453896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20457" y="2388928"/>
            <a:ext cx="2859291" cy="3644982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1" b="-10882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786384"/>
            <a:ext cx="6492240" cy="54864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0AAA33B-7B4C-4CA5-AD3F-802C7D7897C7}" type="datetime1">
              <a:rPr lang="en-US" smtClean="0"/>
              <a:t>4/19/2026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B351E8-DE44-EF78-C152-3A103EEBFEAE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9CEF53B-E5B3-5228-FC6C-55411F158D8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B08AC4D-0833-297F-6CBF-8A5D8729D99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CE625D5-BBCB-B34F-682F-6A7EBBD425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E36439E-B9F9-BC55-6D36-2CBD97558C5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4185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19" y="4634716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07008" y="603503"/>
            <a:ext cx="9601200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E33F43-D372-4092-9463-D8C0DAA9237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3498D5-7EC6-8C79-86BA-7C39A73A10D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FE65860-291D-DD0A-0AF6-EB6BDAF1124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542EDA-61BE-919A-EA3E-08EBB658FD7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9E31BBA-19B1-9E32-10DC-6E50B5D242D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40D6BDC-E9D3-BF86-AB1A-64748EAD4D4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4045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4193183"/>
            <a:ext cx="5486400" cy="100584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38400" y="1240974"/>
            <a:ext cx="7315200" cy="3065419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5FAB39A-86A1-48B6-9153-E6011CB46040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D5DE95-288B-FAB7-3326-9E5BFCE5B746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84611E9-169A-4656-2416-A78901FFF7E6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14C6CB-F651-2912-3E36-09C365D55330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DB412A5-131A-058B-C206-D8CE2D23F5F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CFD5865-7471-0A98-E714-A522448C7F1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1C1E35-5D55-2FA3-7A17-EBD8530A424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383D922-3CCD-2925-A440-432366817A2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D335464-04F4-7CE0-7F26-F8015820B2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4A45CF0-48C0-1646-B20C-11D8E858590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A20515-3DFE-12B8-CD96-E3A75B4B7E2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766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6D58EB7-9EC7-5A50-30A3-E2D9EDD0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7018" y="1599060"/>
            <a:ext cx="5052018" cy="3658736"/>
          </a:xfrm>
        </p:spPr>
        <p:txBody>
          <a:bodyPr anchor="ctr">
            <a:normAutofit/>
          </a:bodyPr>
          <a:lstStyle>
            <a:lvl1pPr>
              <a:defRPr sz="24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E2753DF-FB9B-AECE-E745-E846066B174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4400" y="1600200"/>
            <a:ext cx="5140325" cy="3657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20000"/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4550B5-6894-4BAB-BE29-52F47C1325C5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D5DE95-288B-FAB7-3326-9E5BFCE5B746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84611E9-169A-4656-2416-A78901FFF7E6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14C6CB-F651-2912-3E36-09C365D55330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DB412A5-131A-058B-C206-D8CE2D23F5F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CFD5865-7471-0A98-E714-A522448C7F1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1C1E35-5D55-2FA3-7A17-EBD8530A424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383D922-3CCD-2925-A440-432366817A2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D335464-04F4-7CE0-7F26-F8015820B2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4A45CF0-48C0-1646-B20C-11D8E858590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A20515-3DFE-12B8-CD96-E3A75B4B7E2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76975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0" y="4131153"/>
            <a:ext cx="3200400" cy="1545336"/>
          </a:xfrm>
          <a:noFill/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6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10000" y="1832029"/>
            <a:ext cx="4572000" cy="2475441"/>
          </a:xfrm>
          <a:noFill/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3644B3-B047-4BDA-A4C8-F5943698F924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377ED0-0CD0-101F-CACC-5C208B8095EB}"/>
              </a:ext>
            </a:extLst>
          </p:cNvPr>
          <p:cNvGrpSpPr/>
          <p:nvPr/>
        </p:nvGrpSpPr>
        <p:grpSpPr>
          <a:xfrm>
            <a:off x="801384" y="402336"/>
            <a:ext cx="10591869" cy="6053328"/>
            <a:chOff x="801384" y="402336"/>
            <a:chExt cx="10591869" cy="605332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B0FAE67-C3ED-90D8-482E-2E87FCA1F0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9336" y="402336"/>
              <a:ext cx="6053328" cy="605332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3BE06F7-8D5F-567C-D53C-8F3CFA65C6D8}"/>
                </a:ext>
              </a:extLst>
            </p:cNvPr>
            <p:cNvCxnSpPr>
              <a:cxnSpLocks/>
            </p:cNvCxnSpPr>
            <p:nvPr/>
          </p:nvCxnSpPr>
          <p:spPr>
            <a:xfrm>
              <a:off x="80138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C1729EF-2962-C057-669D-86C7189119A0}"/>
                </a:ext>
              </a:extLst>
            </p:cNvPr>
            <p:cNvCxnSpPr>
              <a:cxnSpLocks/>
            </p:cNvCxnSpPr>
            <p:nvPr/>
          </p:nvCxnSpPr>
          <p:spPr>
            <a:xfrm>
              <a:off x="912266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2F37E54-885B-DD4C-C480-18762D2DF57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CD173DE-2107-A0E3-872C-F0DE9ACA3DC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BFAFD58-96FA-72FC-A387-4EA88A7A5D6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CF3863-040E-3592-1588-20A1771871E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44D909-6FC8-C0DB-01C7-AFCF7B50FCD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09267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-1216560"/>
            <a:ext cx="10652760" cy="11338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000" b="0" cap="all" baseline="0"/>
            </a:lvl1pPr>
            <a:lvl2pPr marL="228600" indent="0">
              <a:lnSpc>
                <a:spcPct val="100000"/>
              </a:lnSpc>
              <a:buNone/>
              <a:defRPr sz="3600" b="0" cap="all" baseline="0"/>
            </a:lvl2pPr>
            <a:lvl3pPr marL="457200" indent="0">
              <a:lnSpc>
                <a:spcPct val="100000"/>
              </a:lnSpc>
              <a:buNone/>
              <a:defRPr sz="3200" b="0" cap="all" baseline="0"/>
            </a:lvl3pPr>
            <a:lvl4pPr marL="685800" indent="0">
              <a:lnSpc>
                <a:spcPct val="100000"/>
              </a:lnSpc>
              <a:buNone/>
              <a:defRPr sz="2400" b="0" cap="all" baseline="0"/>
            </a:lvl4pPr>
            <a:lvl5pPr marL="914400" indent="0">
              <a:lnSpc>
                <a:spcPct val="100000"/>
              </a:lnSpc>
              <a:buNone/>
              <a:defRPr sz="2000" b="0" cap="all" baseline="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FB9-0880-4740-B084-BC51532B8F27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E2C763-62D0-A1C5-864F-A9FF05C9F944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321B696-8999-0658-38A2-748A73D0777A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21AECB6-597A-404C-79F2-BDE111DF3683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081CD60-7C40-DD6A-0B67-9125D3023EA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A77C411-359E-F413-4B4B-544B4258F8D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520E9D-E5D8-F168-5659-412DEA7EE6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35C892B-D62F-EE71-21EF-072002481B6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05C92F6-ED58-2722-DD71-BFD93A79C90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CFD0132-5667-3403-4950-88D7515B12B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EE9CF1-0848-BE96-4C3D-E4B7E1F4BBA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22588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-1234492"/>
            <a:ext cx="10652760" cy="11338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000" b="0" i="0" cap="all" baseline="0">
                <a:latin typeface="Bahnschrift Light" panose="020B0502040204020203" pitchFamily="34" charset="0"/>
              </a:defRPr>
            </a:lvl1pPr>
            <a:lvl2pPr marL="228600" indent="0">
              <a:lnSpc>
                <a:spcPct val="100000"/>
              </a:lnSpc>
              <a:buNone/>
              <a:defRPr sz="3200" b="0" i="0" cap="all" baseline="0">
                <a:latin typeface="Bahnschrift Light" panose="020B0502040204020203" pitchFamily="34" charset="0"/>
              </a:defRPr>
            </a:lvl2pPr>
            <a:lvl3pPr marL="457200" indent="0">
              <a:lnSpc>
                <a:spcPct val="100000"/>
              </a:lnSpc>
              <a:buNone/>
              <a:defRPr sz="2800" b="0" i="0" cap="all" baseline="0">
                <a:latin typeface="Bahnschrift Light" panose="020B0502040204020203" pitchFamily="34" charset="0"/>
              </a:defRPr>
            </a:lvl3pPr>
            <a:lvl4pPr marL="685800" indent="0">
              <a:lnSpc>
                <a:spcPct val="100000"/>
              </a:lnSpc>
              <a:buNone/>
              <a:defRPr sz="2400" b="0" cap="all" baseline="0"/>
            </a:lvl4pPr>
            <a:lvl5pPr marL="914400" indent="0">
              <a:lnSpc>
                <a:spcPct val="100000"/>
              </a:lnSpc>
              <a:buNone/>
              <a:defRPr sz="2000" b="0" cap="all" baseline="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2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2D9A1-F997-4CCE-B007-8E1943F54374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44BA861-592C-64C8-21E6-E3A8D2A72C72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D8A61F8-CE0C-8929-130C-4B75FB1F9373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5850C77-4C55-0E7C-15E8-B80234E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99978E-99DF-3206-11F9-122473F3CC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918D896-CC55-8FDC-7842-7EAC1DF7DF7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0B27C8-C99B-CAB9-24EA-4222A75D3BF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09B5103-0315-C48A-F6CB-70023A60377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2A373C0-8904-4E1A-AC77-DB8B14039D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A58731C-1E1F-4D5A-81CD-F79CD40172A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DE29540-9512-0BC0-7BB2-3B7C57B4C11C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291684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6" y="-1216560"/>
            <a:ext cx="10652760" cy="11338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4000" b="0" i="0" cap="all" baseline="0">
                <a:latin typeface="Bahnschrift Light" panose="020B0502040204020203" pitchFamily="34" charset="0"/>
              </a:defRPr>
            </a:lvl1pPr>
            <a:lvl2pPr marL="228600" indent="0">
              <a:lnSpc>
                <a:spcPct val="100000"/>
              </a:lnSpc>
              <a:buNone/>
              <a:defRPr sz="3200" b="0" i="0" cap="all" baseline="0">
                <a:latin typeface="Bahnschrift Light" panose="020B0502040204020203" pitchFamily="34" charset="0"/>
              </a:defRPr>
            </a:lvl2pPr>
            <a:lvl3pPr marL="457200" indent="0">
              <a:lnSpc>
                <a:spcPct val="100000"/>
              </a:lnSpc>
              <a:buNone/>
              <a:defRPr sz="2800" b="0" i="0" cap="all" baseline="0">
                <a:latin typeface="Bahnschrift Light" panose="020B0502040204020203" pitchFamily="34" charset="0"/>
              </a:defRPr>
            </a:lvl3pPr>
            <a:lvl4pPr marL="685800" indent="0">
              <a:lnSpc>
                <a:spcPct val="100000"/>
              </a:lnSpc>
              <a:buNone/>
              <a:defRPr sz="2400" b="0" cap="all" baseline="0">
                <a:latin typeface="+mn-lt"/>
              </a:defRPr>
            </a:lvl4pPr>
            <a:lvl5pPr marL="914400" indent="0">
              <a:lnSpc>
                <a:spcPct val="100000"/>
              </a:lnSpc>
              <a:buNone/>
              <a:defRPr sz="2000" b="0" cap="all" baseline="0">
                <a:latin typeface="+mn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6DE8C-2121-49BB-AB8E-C1253271C3F5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44BA861-592C-64C8-21E6-E3A8D2A72C72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D8A61F8-CE0C-8929-130C-4B75FB1F9373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5850C77-4C55-0E7C-15E8-B80234E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99978E-99DF-3206-11F9-122473F3CC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918D896-CC55-8FDC-7842-7EAC1DF7DF7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E57D8C-399F-3BB4-D3B3-9395E8D1613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7E0EF0C-412A-ADAE-8DDB-3A86E36BA367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26CD944-3487-D02F-D76E-6C8CB5BC62E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4FB68B7-02B4-42EE-A7A2-E1DD0D7EF7A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F5998EB-9F08-520A-8AE0-AC842E25266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42552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020C093-E585-447D-B145-C13F5660E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4965193"/>
            <a:ext cx="9144000" cy="1105229"/>
          </a:xfrm>
        </p:spPr>
        <p:txBody>
          <a:bodyPr anchor="ctr">
            <a:normAutofit/>
          </a:bodyPr>
          <a:lstStyle>
            <a:lvl1pPr>
              <a:defRPr sz="160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D2DEB7-F276-E60E-F5A1-0F02C54BDF9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F91B2D-44E4-C3B1-BD5E-A10AC8543D2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524000" y="1006475"/>
            <a:ext cx="9144000" cy="2925763"/>
          </a:xfrm>
        </p:spPr>
        <p:txBody>
          <a:bodyPr anchor="ctr"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Quote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4927EC-ED75-B33D-1D89-85EE4258FB86}"/>
              </a:ext>
            </a:extLst>
          </p:cNvPr>
          <p:cNvCxnSpPr>
            <a:cxnSpLocks/>
          </p:cNvCxnSpPr>
          <p:nvPr/>
        </p:nvCxnSpPr>
        <p:spPr>
          <a:xfrm>
            <a:off x="799908" y="4572000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7816284-1868-D968-9C16-5FE2038BC6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2342CCE-AAE1-4428-AAFD-18D6AED5F8E7}" type="datetime1">
              <a:rPr lang="en-US" smtClean="0"/>
              <a:t>4/19/2026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64E6AE7-6445-C0E9-7714-3905800EE3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4FFC6-B9C5-5A14-BCDE-0FACA9EED39A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45BAA9C-294C-90CA-EE5A-ED75E616517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C127FFD-0227-7A04-CAE1-B0476A186E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EBB871B-1B46-69D5-1EA9-A5D3125C174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9C52E0-6299-124E-DEAC-88A5054BB45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8770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7008" y="5947574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00" b="0" i="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07008" y="822960"/>
            <a:ext cx="8961120" cy="347472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Bahnschrift Light" panose="020B0502040204020203" pitchFamily="34" charset="0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51D386-7935-4182-861C-A013C161AEB1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3E5CAD-77F4-3496-0EBB-8BDE29A00533}"/>
              </a:ext>
            </a:extLst>
          </p:cNvPr>
          <p:cNvCxnSpPr>
            <a:cxnSpLocks/>
          </p:cNvCxnSpPr>
          <p:nvPr/>
        </p:nvCxnSpPr>
        <p:spPr>
          <a:xfrm>
            <a:off x="795290" y="5893973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932EDD7-F82C-CAA5-81E3-4DA459BD7BE7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23CB67B-9D91-D31D-5E6F-1AFDE722A71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70B71C7-A49A-A194-9371-8105319095C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7D85FF8-8A01-4471-2129-9F815C543EB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57B839C-7467-0312-FCA6-E719E5B3035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1373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3164" y="5891704"/>
            <a:ext cx="8805672" cy="55722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i="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5440" y="1358007"/>
            <a:ext cx="8961120" cy="347472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612C1C-64C5-4B50-8744-8314E722E95D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BAF90A-B341-890C-B376-6A16FD3D4D66}"/>
              </a:ext>
            </a:extLst>
          </p:cNvPr>
          <p:cNvCxnSpPr>
            <a:cxnSpLocks/>
          </p:cNvCxnSpPr>
          <p:nvPr/>
        </p:nvCxnSpPr>
        <p:spPr>
          <a:xfrm>
            <a:off x="795290" y="5893973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673DA07-CC58-742F-47C7-DF6C3FC1BB2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C520D2A-19A3-39C2-02F5-969FC02F783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B9DADCD-00F5-6714-A61F-195B9455062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5D759BD-ADDA-3040-A5CB-DAC10D9A2D3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48BFB7B-8327-08C6-5F9E-BACB47A2C3D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329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508F0-4C97-9A80-2546-BC6EE3D2732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60450" y="1828800"/>
            <a:ext cx="4768850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9AB0DFB-3813-8899-8844-3F65C902B80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391" y="1828800"/>
            <a:ext cx="4755712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4802D6-419C-4270-A699-E7031986556C}" type="datetime1">
              <a:rPr lang="en-US" smtClean="0"/>
              <a:t>4/19/2026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B83DEFD-C76A-E192-4470-7F7DCE92CBCE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EBF15C6-51A3-0039-7C8E-9F5BC53301C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F2827DB-A570-B094-5067-79A4F7DA7F3C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DF52F4-C942-A75F-0F4B-911959D2F30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944BFA9-C671-8332-EC4C-A56CAAB34AE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7040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011" y="600148"/>
            <a:ext cx="1005840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8011" y="1828800"/>
            <a:ext cx="47548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35B8AB-C546-6624-5613-679F649D800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58011" y="2465752"/>
            <a:ext cx="4754880" cy="37639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436" y="1828800"/>
            <a:ext cx="47548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89131D8-B072-15AB-4C0D-39F0B943B0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436" y="2465752"/>
            <a:ext cx="4754880" cy="37639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C0F1DD-38C1-462C-A697-E8DF52FBE341}" type="datetime1">
              <a:rPr lang="en-US" smtClean="0"/>
              <a:t>4/19/2026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70A967-D43A-531B-AB77-B7D2DE7E4B0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B1175E-A767-B7AB-D265-9256ECCA8E8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29F5B2-C13B-2102-792E-E51F173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5C2A7D0-2242-BB3D-AC3F-126E076FC3A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40BEB2B-F33C-CFC6-3060-70CD260293D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5224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5132D0-A4B5-4DFA-9485-CB2E482EE77C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0C8D4F-961C-9DE3-2BE6-ABBC18355BC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45383D-28A9-C0D3-8E3D-AA7533D2925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9B585A5-22BA-F43D-07BD-3BB57145B2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1437C88-1694-66DE-88F2-5F80E436773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75A774-D186-6B8B-F966-423BE24E466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6268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EC83663-489C-4B0C-BB79-FC178A8643C9}" type="datetime1">
              <a:rPr lang="en-US" smtClean="0"/>
              <a:t>4/19/2026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ECB350-6B4D-5D25-5FB0-D995BE7D095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14889B8-EF0E-CC96-E345-4814F56ED6D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60EF97A-5CED-BE43-C066-ED89AE049B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8CB1FB5-CA0E-AFAB-5607-844D9592A24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BAA5556-E509-ED49-F4BE-6F664377F5B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358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2926080" cy="1737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EDF8B4-9629-39C1-DDBF-A5485B241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07008" y="2651760"/>
            <a:ext cx="2926080" cy="3383280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0" y="786382"/>
            <a:ext cx="6766560" cy="54864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EAB326A-0996-8BBC-BFAF-29A228B1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41BEF89-672A-4E25-926B-58E382525C3F}" type="datetime1">
              <a:rPr lang="en-US" smtClean="0"/>
              <a:t>4/19/2026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AE9EB23-C42E-AFD9-410F-5D3A9B47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79AB9D-F8E4-DA67-2113-2CB4FAAA3FE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D1AF63C-58A3-D664-0F8A-2F866DE9922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7353FA6-146A-25CD-A52A-50A0DBA7C4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3D17F74-4821-8F53-7E3E-BD10714CA13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CBD083B-641D-8442-0510-78BC3BDFF82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6451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3595634" cy="192024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07008" y="2752344"/>
            <a:ext cx="3585586" cy="3291840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8" y="402336"/>
            <a:ext cx="6328768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931E9BD-2556-46EE-BDF5-EE03A42C0687}" type="datetime1">
              <a:rPr lang="en-US" smtClean="0"/>
              <a:t>4/19/2026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475923-C72A-59CC-2F27-3B42DE9E23C1}"/>
              </a:ext>
            </a:extLst>
          </p:cNvPr>
          <p:cNvCxnSpPr/>
          <p:nvPr/>
        </p:nvCxnSpPr>
        <p:spPr>
          <a:xfrm>
            <a:off x="5044948" y="402336"/>
            <a:ext cx="0" cy="605332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644E6E6F-31C5-280B-B965-1DCA584FB10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46DD8FB-C3C8-02D7-0EEC-1FA8A0E72EE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E287276-FB86-B497-EB85-08D57647FC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0AFABFB-CCBD-F586-5A5B-F739C98FEB0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B33A7C7-3944-5EFF-0F5A-CD13C776DD1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7400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7342307" cy="2085339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7008" y="3594099"/>
            <a:ext cx="9601200" cy="237744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9BE370-40DD-429A-ADED-41858713F7D9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FF997AB-1CB0-F155-5BD6-8AD0DF5F9C8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1A663-8D32-81FC-CF0E-3943276FC5B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88FB5FE-FF71-6B7B-03A4-B78EA9E50FE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4967FC-68C7-FF99-F0D4-F11F22519D8E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0437DFC-E04A-54B1-CFEA-8D9349D6EB7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1113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8430767" cy="2520011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3622673"/>
            <a:ext cx="8430639" cy="160934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4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B744B83-DEC6-42A9-90ED-B3D6C76A8643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604B72-3E24-1723-74C9-C1E295269A1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CEF3A60-0DC4-008A-49C8-C3FD46FA3B8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A618110-A634-DE8C-5B6D-35477E47ED2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08E21D7-A780-C513-5EB6-4A6C625665C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32C4757-1CA9-394F-33BF-C5A9D77182F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3737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85800"/>
            <a:ext cx="10058400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005840" y="1525384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3385" y="622955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920240"/>
            <a:ext cx="10058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040831" y="4206240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5D94B1B5-61D9-4408-A2B5-CA06F768CAB1}" type="datetime1">
              <a:rPr lang="en-US" smtClean="0"/>
              <a:t>4/19/2026</a:t>
            </a:fld>
            <a:endParaRPr lang="en-US"/>
          </a:p>
        </p:txBody>
      </p:sp>
      <p:sp>
        <p:nvSpPr>
          <p:cNvPr id="12" name="Freeform 11" hidden="1">
            <a:extLst>
              <a:ext uri="{FF2B5EF4-FFF2-40B4-BE49-F238E27FC236}">
                <a16:creationId xmlns:a16="http://schemas.microsoft.com/office/drawing/2014/main" id="{918C00E2-AFB8-E789-01F1-47EC64846D95}"/>
              </a:ext>
            </a:extLst>
          </p:cNvPr>
          <p:cNvSpPr/>
          <p:nvPr/>
        </p:nvSpPr>
        <p:spPr>
          <a:xfrm>
            <a:off x="812559" y="393189"/>
            <a:ext cx="10579798" cy="6071619"/>
          </a:xfrm>
          <a:custGeom>
            <a:avLst/>
            <a:gdLst>
              <a:gd name="connsiteX0" fmla="*/ 10186606 w 10579798"/>
              <a:gd name="connsiteY0" fmla="*/ 0 h 6071619"/>
              <a:gd name="connsiteX1" fmla="*/ 10579798 w 10579798"/>
              <a:gd name="connsiteY1" fmla="*/ 0 h 6071619"/>
              <a:gd name="connsiteX2" fmla="*/ 10579798 w 10579798"/>
              <a:gd name="connsiteY2" fmla="*/ 6071619 h 6071619"/>
              <a:gd name="connsiteX3" fmla="*/ 10186606 w 10579798"/>
              <a:gd name="connsiteY3" fmla="*/ 6071619 h 6071619"/>
              <a:gd name="connsiteX4" fmla="*/ 10186606 w 10579798"/>
              <a:gd name="connsiteY4" fmla="*/ 393194 h 6071619"/>
              <a:gd name="connsiteX5" fmla="*/ 393192 w 10579798"/>
              <a:gd name="connsiteY5" fmla="*/ 393194 h 6071619"/>
              <a:gd name="connsiteX6" fmla="*/ 393192 w 10579798"/>
              <a:gd name="connsiteY6" fmla="*/ 5870339 h 6071619"/>
              <a:gd name="connsiteX7" fmla="*/ 0 w 10579798"/>
              <a:gd name="connsiteY7" fmla="*/ 5870339 h 6071619"/>
              <a:gd name="connsiteX8" fmla="*/ 0 w 10579798"/>
              <a:gd name="connsiteY8" fmla="*/ 2 h 6071619"/>
              <a:gd name="connsiteX9" fmla="*/ 157401 w 10579798"/>
              <a:gd name="connsiteY9" fmla="*/ 2 h 6071619"/>
              <a:gd name="connsiteX10" fmla="*/ 393192 w 10579798"/>
              <a:gd name="connsiteY10" fmla="*/ 2 h 6071619"/>
              <a:gd name="connsiteX11" fmla="*/ 10186606 w 10579798"/>
              <a:gd name="connsiteY11" fmla="*/ 2 h 607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579798" h="6071619">
                <a:moveTo>
                  <a:pt x="10186606" y="0"/>
                </a:moveTo>
                <a:lnTo>
                  <a:pt x="10579798" y="0"/>
                </a:lnTo>
                <a:lnTo>
                  <a:pt x="10579798" y="6071619"/>
                </a:lnTo>
                <a:lnTo>
                  <a:pt x="10186606" y="6071619"/>
                </a:lnTo>
                <a:lnTo>
                  <a:pt x="10186606" y="393194"/>
                </a:lnTo>
                <a:lnTo>
                  <a:pt x="393192" y="393194"/>
                </a:lnTo>
                <a:lnTo>
                  <a:pt x="393192" y="5870339"/>
                </a:lnTo>
                <a:lnTo>
                  <a:pt x="0" y="5870339"/>
                </a:lnTo>
                <a:lnTo>
                  <a:pt x="0" y="2"/>
                </a:lnTo>
                <a:lnTo>
                  <a:pt x="157401" y="2"/>
                </a:lnTo>
                <a:lnTo>
                  <a:pt x="393192" y="2"/>
                </a:lnTo>
                <a:lnTo>
                  <a:pt x="10186606" y="2"/>
                </a:lnTo>
                <a:close/>
              </a:path>
            </a:pathLst>
          </a:custGeom>
          <a:solidFill>
            <a:schemeClr val="accent5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 6" hidden="1">
            <a:extLst>
              <a:ext uri="{FF2B5EF4-FFF2-40B4-BE49-F238E27FC236}">
                <a16:creationId xmlns:a16="http://schemas.microsoft.com/office/drawing/2014/main" id="{6A6CDCAD-B761-0A5F-55A7-CE79AB3802A7}"/>
              </a:ext>
            </a:extLst>
          </p:cNvPr>
          <p:cNvSpPr/>
          <p:nvPr userDrawn="1"/>
        </p:nvSpPr>
        <p:spPr>
          <a:xfrm>
            <a:off x="812559" y="393189"/>
            <a:ext cx="10579798" cy="6071619"/>
          </a:xfrm>
          <a:custGeom>
            <a:avLst/>
            <a:gdLst>
              <a:gd name="connsiteX0" fmla="*/ 10186606 w 10579798"/>
              <a:gd name="connsiteY0" fmla="*/ 0 h 6071619"/>
              <a:gd name="connsiteX1" fmla="*/ 10579798 w 10579798"/>
              <a:gd name="connsiteY1" fmla="*/ 0 h 6071619"/>
              <a:gd name="connsiteX2" fmla="*/ 10579798 w 10579798"/>
              <a:gd name="connsiteY2" fmla="*/ 6071619 h 6071619"/>
              <a:gd name="connsiteX3" fmla="*/ 10186606 w 10579798"/>
              <a:gd name="connsiteY3" fmla="*/ 6071619 h 6071619"/>
              <a:gd name="connsiteX4" fmla="*/ 10186606 w 10579798"/>
              <a:gd name="connsiteY4" fmla="*/ 393194 h 6071619"/>
              <a:gd name="connsiteX5" fmla="*/ 393192 w 10579798"/>
              <a:gd name="connsiteY5" fmla="*/ 393194 h 6071619"/>
              <a:gd name="connsiteX6" fmla="*/ 393192 w 10579798"/>
              <a:gd name="connsiteY6" fmla="*/ 5870339 h 6071619"/>
              <a:gd name="connsiteX7" fmla="*/ 0 w 10579798"/>
              <a:gd name="connsiteY7" fmla="*/ 5870339 h 6071619"/>
              <a:gd name="connsiteX8" fmla="*/ 0 w 10579798"/>
              <a:gd name="connsiteY8" fmla="*/ 2 h 6071619"/>
              <a:gd name="connsiteX9" fmla="*/ 157401 w 10579798"/>
              <a:gd name="connsiteY9" fmla="*/ 2 h 6071619"/>
              <a:gd name="connsiteX10" fmla="*/ 393192 w 10579798"/>
              <a:gd name="connsiteY10" fmla="*/ 2 h 6071619"/>
              <a:gd name="connsiteX11" fmla="*/ 10186606 w 10579798"/>
              <a:gd name="connsiteY11" fmla="*/ 2 h 607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579798" h="6071619">
                <a:moveTo>
                  <a:pt x="10186606" y="0"/>
                </a:moveTo>
                <a:lnTo>
                  <a:pt x="10579798" y="0"/>
                </a:lnTo>
                <a:lnTo>
                  <a:pt x="10579798" y="6071619"/>
                </a:lnTo>
                <a:lnTo>
                  <a:pt x="10186606" y="6071619"/>
                </a:lnTo>
                <a:lnTo>
                  <a:pt x="10186606" y="393194"/>
                </a:lnTo>
                <a:lnTo>
                  <a:pt x="393192" y="393194"/>
                </a:lnTo>
                <a:lnTo>
                  <a:pt x="393192" y="5870339"/>
                </a:lnTo>
                <a:lnTo>
                  <a:pt x="0" y="5870339"/>
                </a:lnTo>
                <a:lnTo>
                  <a:pt x="0" y="2"/>
                </a:lnTo>
                <a:lnTo>
                  <a:pt x="157401" y="2"/>
                </a:lnTo>
                <a:lnTo>
                  <a:pt x="393192" y="2"/>
                </a:lnTo>
                <a:lnTo>
                  <a:pt x="10186606" y="2"/>
                </a:lnTo>
                <a:close/>
              </a:path>
            </a:pathLst>
          </a:custGeom>
          <a:solidFill>
            <a:schemeClr val="accent5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648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76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32" r:id="rId16"/>
    <p:sldLayoutId id="2147483933" r:id="rId17"/>
    <p:sldLayoutId id="2147483934" r:id="rId18"/>
    <p:sldLayoutId id="2147483935" r:id="rId19"/>
    <p:sldLayoutId id="2147483936" r:id="rId20"/>
    <p:sldLayoutId id="2147483937" r:id="rId21"/>
    <p:sldLayoutId id="2147483938" r:id="rId22"/>
    <p:sldLayoutId id="2147483939" r:id="rId23"/>
    <p:sldLayoutId id="2147483940" r:id="rId24"/>
    <p:sldLayoutId id="2147483941" r:id="rId25"/>
    <p:sldLayoutId id="2147483942" r:id="rId26"/>
    <p:sldLayoutId id="2147483943" r:id="rId27"/>
    <p:sldLayoutId id="2147483944" r:id="rId28"/>
    <p:sldLayoutId id="2147483945" r:id="rId29"/>
    <p:sldLayoutId id="2147483946" r:id="rId30"/>
    <p:sldLayoutId id="2147483947" r:id="rId31"/>
    <p:sldLayoutId id="2147483948" r:id="rId32"/>
    <p:sldLayoutId id="2147483949" r:id="rId33"/>
    <p:sldLayoutId id="2147483950" r:id="rId34"/>
    <p:sldLayoutId id="2147483951" r:id="rId35"/>
    <p:sldLayoutId id="2147483952" r:id="rId36"/>
    <p:sldLayoutId id="2147483953" r:id="rId37"/>
    <p:sldLayoutId id="2147483954" r:id="rId38"/>
    <p:sldLayoutId id="2147483955" r:id="rId39"/>
    <p:sldLayoutId id="2147483956" r:id="rId40"/>
    <p:sldLayoutId id="2147483957" r:id="rId41"/>
    <p:sldLayoutId id="2147483958" r:id="rId42"/>
    <p:sldLayoutId id="2147483959" r:id="rId43"/>
    <p:sldLayoutId id="2147483960" r:id="rId44"/>
    <p:sldLayoutId id="2147483961" r:id="rId45"/>
    <p:sldLayoutId id="2147483962" r:id="rId46"/>
    <p:sldLayoutId id="2147483963" r:id="rId47"/>
    <p:sldLayoutId id="2147483964" r:id="rId48"/>
    <p:sldLayoutId id="2147483965" r:id="rId49"/>
    <p:sldLayoutId id="2147483966" r:id="rId50"/>
    <p:sldLayoutId id="2147483967" r:id="rId51"/>
    <p:sldLayoutId id="2147483969" r:id="rId52"/>
    <p:sldLayoutId id="2147483970" r:id="rId53"/>
    <p:sldLayoutId id="2147483971" r:id="rId54"/>
    <p:sldLayoutId id="2147483972" r:id="rId55"/>
    <p:sldLayoutId id="2147483973" r:id="rId56"/>
    <p:sldLayoutId id="2147483974" r:id="rId57"/>
    <p:sldLayoutId id="2147483975" r:id="rId58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0" i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FC534-D45B-C515-59E3-4C260019E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23" y="1578505"/>
            <a:ext cx="4668637" cy="18485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6000" b="1" dirty="0">
                <a:solidFill>
                  <a:srgbClr val="FFFFFF"/>
                </a:solidFill>
              </a:rPr>
              <a:t>LINKER</a:t>
            </a:r>
            <a:br>
              <a:rPr lang="en-US" sz="6000" b="1" dirty="0"/>
            </a:br>
            <a:r>
              <a:rPr lang="en-US" sz="6000" b="1" dirty="0" err="1">
                <a:solidFill>
                  <a:srgbClr val="FFFFFF"/>
                </a:solidFill>
              </a:rPr>
              <a:t>HAcKATHON</a:t>
            </a:r>
          </a:p>
        </p:txBody>
      </p:sp>
      <p:pic>
        <p:nvPicPr>
          <p:cNvPr id="5" name="Picture 4" descr="A logo with text on it&#10;&#10;AI-generated content may be incorrect.">
            <a:extLst>
              <a:ext uri="{FF2B5EF4-FFF2-40B4-BE49-F238E27FC236}">
                <a16:creationId xmlns:a16="http://schemas.microsoft.com/office/drawing/2014/main" id="{940E7B95-F637-6429-2580-5E82E977FC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63" r="6559" b="-2"/>
          <a:stretch>
            <a:fillRect/>
          </a:stretch>
        </p:blipFill>
        <p:spPr>
          <a:xfrm>
            <a:off x="804672" y="397791"/>
            <a:ext cx="5289176" cy="6053328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2950508-6902-F575-FCC4-234E6821BF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9291" y="3569286"/>
            <a:ext cx="4669198" cy="1716667"/>
          </a:xfrm>
        </p:spPr>
        <p:txBody>
          <a:bodyPr anchor="b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Членови</a:t>
            </a:r>
            <a:r>
              <a:rPr lang="en-US" dirty="0">
                <a:solidFill>
                  <a:srgbClr val="FFFFFF"/>
                </a:solidFill>
              </a:rPr>
              <a:t> </a:t>
            </a:r>
            <a:r>
              <a:rPr lang="en-US" dirty="0" err="1">
                <a:solidFill>
                  <a:srgbClr val="FFFFFF"/>
                </a:solidFill>
              </a:rPr>
              <a:t>на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DevDash</a:t>
            </a:r>
            <a:r>
              <a:rPr lang="en-US" dirty="0">
                <a:solidFill>
                  <a:srgbClr val="FFFFFF"/>
                </a:solidFill>
              </a:rPr>
              <a:t>:</a:t>
            </a:r>
            <a:endParaRPr lang="en-US" dirty="0">
              <a:solidFill>
                <a:srgbClr val="2C2F21"/>
              </a:solidFill>
            </a:endParaRPr>
          </a:p>
          <a:p>
            <a:r>
              <a:rPr lang="en-US" dirty="0" err="1">
                <a:solidFill>
                  <a:srgbClr val="FFFFFF"/>
                </a:solidFill>
              </a:rPr>
              <a:t>Андреј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Гочков</a:t>
            </a:r>
            <a:endParaRPr lang="en-US"/>
          </a:p>
          <a:p>
            <a:r>
              <a:rPr lang="en-US" dirty="0" err="1">
                <a:solidFill>
                  <a:srgbClr val="FFFFFF"/>
                </a:solidFill>
              </a:rPr>
              <a:t>Ангел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Стојмановски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 err="1">
                <a:solidFill>
                  <a:srgbClr val="FFFFFF"/>
                </a:solidFill>
              </a:rPr>
              <a:t>Јован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Стојковски</a:t>
            </a:r>
            <a:endParaRPr lang="en-US" dirty="0" err="1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0AEA752-EE3E-BEAF-B30D-CB02C80F0B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73385" y="6229552"/>
            <a:ext cx="42920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5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1DA84-1DF8-D594-2BD0-86C8BE9DA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640080"/>
            <a:ext cx="10048631" cy="73151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5400" b="1" err="1">
                <a:solidFill>
                  <a:srgbClr val="FFFFFF"/>
                </a:solidFill>
              </a:rPr>
              <a:t>Цели</a:t>
            </a:r>
            <a:r>
              <a:rPr lang="en-US" sz="5400" b="1" dirty="0">
                <a:solidFill>
                  <a:srgbClr val="FFFFFF"/>
                </a:solidFill>
              </a:rPr>
              <a:t> </a:t>
            </a:r>
            <a:r>
              <a:rPr lang="en-US" sz="5400" b="1" err="1">
                <a:solidFill>
                  <a:srgbClr val="FFFFFF"/>
                </a:solidFill>
              </a:rPr>
              <a:t>на</a:t>
            </a:r>
            <a:r>
              <a:rPr lang="en-US" sz="5400" b="1" dirty="0">
                <a:solidFill>
                  <a:srgbClr val="FFFFFF"/>
                </a:solidFill>
              </a:rPr>
              <a:t> </a:t>
            </a:r>
            <a:r>
              <a:rPr lang="en-US" sz="5400" b="1" err="1">
                <a:solidFill>
                  <a:srgbClr val="FFFFFF"/>
                </a:solidFill>
              </a:rPr>
              <a:t>платформата</a:t>
            </a:r>
            <a:endParaRPr lang="en-US" sz="5400" b="1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7BBD3-5183-F5B0-D1A9-181029C64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3385" y="622955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D2B25C63-6753-DDF2-670D-BF6805D49398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265638176"/>
              </p:ext>
            </p:extLst>
          </p:nvPr>
        </p:nvGraphicFramePr>
        <p:xfrm>
          <a:off x="1069975" y="1473701"/>
          <a:ext cx="10052050" cy="4754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70270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8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6ABC-4528-4246-2C0A-FAC94A007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44830"/>
            <a:ext cx="10058400" cy="81957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5400" b="1" err="1">
                <a:solidFill>
                  <a:srgbClr val="FFFFFF"/>
                </a:solidFill>
              </a:rPr>
              <a:t>Како</a:t>
            </a:r>
            <a:r>
              <a:rPr lang="en-US" sz="5400" b="1">
                <a:solidFill>
                  <a:srgbClr val="FFFFFF"/>
                </a:solidFill>
              </a:rPr>
              <a:t> </a:t>
            </a:r>
            <a:r>
              <a:rPr lang="en-US" sz="5400" b="1" err="1">
                <a:solidFill>
                  <a:srgbClr val="FFFFFF"/>
                </a:solidFill>
              </a:rPr>
              <a:t>се</a:t>
            </a:r>
            <a:r>
              <a:rPr lang="en-US" sz="5400" b="1">
                <a:solidFill>
                  <a:srgbClr val="FFFFFF"/>
                </a:solidFill>
              </a:rPr>
              <a:t> </a:t>
            </a:r>
            <a:r>
              <a:rPr lang="en-US" sz="5400" b="1" err="1">
                <a:solidFill>
                  <a:srgbClr val="FFFFFF"/>
                </a:solidFill>
              </a:rPr>
              <a:t>разликуваме</a:t>
            </a:r>
            <a:r>
              <a:rPr lang="en-US" sz="54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94280-FE25-7717-6FFD-2599F142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3385" y="622955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689BD52-BCA6-BB6C-8F1D-74A0016348F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534189701"/>
              </p:ext>
            </p:extLst>
          </p:nvPr>
        </p:nvGraphicFramePr>
        <p:xfrm>
          <a:off x="1069848" y="1463040"/>
          <a:ext cx="10052050" cy="4754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419374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84CE5-3A80-0CA8-0DCF-CC425F3B2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715" y="2776050"/>
            <a:ext cx="2910483" cy="1314027"/>
          </a:xfrm>
        </p:spPr>
        <p:txBody>
          <a:bodyPr anchor="t">
            <a:normAutofit/>
          </a:bodyPr>
          <a:lstStyle/>
          <a:p>
            <a:r>
              <a:rPr lang="en-US" sz="3600" b="1">
                <a:solidFill>
                  <a:srgbClr val="FFFFFF"/>
                </a:solidFill>
              </a:rPr>
              <a:t>КАКО</a:t>
            </a:r>
            <a:br>
              <a:rPr lang="en-US" sz="3600" b="1"/>
            </a:br>
            <a:r>
              <a:rPr lang="en-US" sz="3600" b="1" err="1">
                <a:solidFill>
                  <a:srgbClr val="FFFFFF"/>
                </a:solidFill>
              </a:rPr>
              <a:t>Изгледа</a:t>
            </a:r>
            <a:r>
              <a:rPr lang="en-US" sz="3600" b="1">
                <a:solidFill>
                  <a:srgbClr val="FFFFFF"/>
                </a:solidFill>
              </a:rPr>
              <a:t>?</a:t>
            </a:r>
          </a:p>
        </p:txBody>
      </p:sp>
      <p:pic>
        <p:nvPicPr>
          <p:cNvPr id="7" name="Picture 6" descr="A diagram of a company&#10;&#10;AI-generated content may be incorrect.">
            <a:extLst>
              <a:ext uri="{FF2B5EF4-FFF2-40B4-BE49-F238E27FC236}">
                <a16:creationId xmlns:a16="http://schemas.microsoft.com/office/drawing/2014/main" id="{9C5B53DD-DBCC-C8BA-F208-3F8326A30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014" y="393249"/>
            <a:ext cx="7697892" cy="6071580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89E0CC-E6AB-90C4-7BF9-E147B34A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3385" y="622955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224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73A07-FA24-47A4-CA14-8EF912E6A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523664"/>
            <a:ext cx="10058400" cy="7421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4800" b="1" err="1">
                <a:solidFill>
                  <a:srgbClr val="FFFFFF"/>
                </a:solidFill>
              </a:rPr>
              <a:t>Што</a:t>
            </a:r>
            <a:r>
              <a:rPr lang="en-US" sz="4800" b="1">
                <a:solidFill>
                  <a:srgbClr val="FFFFFF"/>
                </a:solidFill>
              </a:rPr>
              <a:t> </a:t>
            </a:r>
            <a:r>
              <a:rPr lang="en-US" sz="4800" b="1" err="1">
                <a:solidFill>
                  <a:srgbClr val="FFFFFF"/>
                </a:solidFill>
              </a:rPr>
              <a:t>користевме</a:t>
            </a:r>
            <a:endParaRPr lang="en-US" sz="4800" b="1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D5E63-781E-3218-A7E4-1101878E1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3385" y="622955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4E4995C-E4A9-3BEB-210C-76645CAC4367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854388891"/>
              </p:ext>
            </p:extLst>
          </p:nvPr>
        </p:nvGraphicFramePr>
        <p:xfrm>
          <a:off x="1069975" y="1463675"/>
          <a:ext cx="10052050" cy="4754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87905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theme/theme1.xml><?xml version="1.0" encoding="utf-8"?>
<a:theme xmlns:a="http://schemas.openxmlformats.org/drawingml/2006/main" name="Circinate">
  <a:themeElements>
    <a:clrScheme name="Custom 9">
      <a:dk1>
        <a:srgbClr val="2C2F21"/>
      </a:dk1>
      <a:lt1>
        <a:srgbClr val="EBE3D8"/>
      </a:lt1>
      <a:dk2>
        <a:srgbClr val="000000"/>
      </a:dk2>
      <a:lt2>
        <a:srgbClr val="FFFFFF"/>
      </a:lt2>
      <a:accent1>
        <a:srgbClr val="625D3F"/>
      </a:accent1>
      <a:accent2>
        <a:srgbClr val="0E273F"/>
      </a:accent2>
      <a:accent3>
        <a:srgbClr val="C9C4BE"/>
      </a:accent3>
      <a:accent4>
        <a:srgbClr val="A39481"/>
      </a:accent4>
      <a:accent5>
        <a:srgbClr val="2C1E20"/>
      </a:accent5>
      <a:accent6>
        <a:srgbClr val="E8E8E8"/>
      </a:accent6>
      <a:hlink>
        <a:srgbClr val="467886"/>
      </a:hlink>
      <a:folHlink>
        <a:srgbClr val="96607D"/>
      </a:folHlink>
    </a:clrScheme>
    <a:fontScheme name="Custom 22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inate_CoPilot Layouts_win32_EF_v10" id="{57103A69-FC02-49FB-8E53-10BABFFCD93C}" vid="{B3D2483F-31ED-465D-9D6C-68F8665CCF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CEDABF-7176-4A42-8EF9-E5D4DD31FF6C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EC3793-C1BC-496C-A03C-202DFFC513D6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Circinate</vt:lpstr>
      <vt:lpstr>LINKER HAcKATHON</vt:lpstr>
      <vt:lpstr>Цели на платформата</vt:lpstr>
      <vt:lpstr>Како се разликуваме?</vt:lpstr>
      <vt:lpstr>КАКО Изгледа?</vt:lpstr>
      <vt:lpstr>Што користевме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84</cp:revision>
  <dcterms:created xsi:type="dcterms:W3CDTF">2026-04-19T08:53:25Z</dcterms:created>
  <dcterms:modified xsi:type="dcterms:W3CDTF">2026-04-19T11:32:28Z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